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8" r:id="rId2"/>
    <p:sldId id="2007578732" r:id="rId3"/>
    <p:sldId id="269" r:id="rId4"/>
    <p:sldId id="2007578743" r:id="rId5"/>
    <p:sldId id="2007578734" r:id="rId6"/>
    <p:sldId id="2007578726" r:id="rId7"/>
    <p:sldId id="2007578748" r:id="rId8"/>
    <p:sldId id="2007578733" r:id="rId9"/>
    <p:sldId id="2007578735" r:id="rId10"/>
    <p:sldId id="2007578738" r:id="rId11"/>
    <p:sldId id="2007578739" r:id="rId12"/>
    <p:sldId id="2007578746" r:id="rId13"/>
    <p:sldId id="2007578747" r:id="rId14"/>
    <p:sldId id="2007578744" r:id="rId15"/>
    <p:sldId id="2007578740" r:id="rId16"/>
    <p:sldId id="2007578741" r:id="rId17"/>
    <p:sldId id="200757873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2C328E"/>
    <a:srgbClr val="43A9E1"/>
    <a:srgbClr val="004EA2"/>
    <a:srgbClr val="3875B6"/>
    <a:srgbClr val="3B67A9"/>
    <a:srgbClr val="0039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8D6641-2EC4-4212-AB49-122999BC98BF}" v="37" dt="2026-10-24T08:48:04.4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42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羽霄 华" userId="93e3168b1be00cd9" providerId="LiveId" clId="{BBA72E14-E8F4-4C33-8EF2-6459A34DF3EB}"/>
    <pc:docChg chg="undo custSel addSld delSld modSld sldOrd">
      <pc:chgData name="羽霄 华" userId="93e3168b1be00cd9" providerId="LiveId" clId="{BBA72E14-E8F4-4C33-8EF2-6459A34DF3EB}" dt="2026-10-24T09:07:18.217" v="4959" actId="20577"/>
      <pc:docMkLst>
        <pc:docMk/>
      </pc:docMkLst>
      <pc:sldChg chg="addSp delSp modSp mod">
        <pc:chgData name="羽霄 华" userId="93e3168b1be00cd9" providerId="LiveId" clId="{BBA72E14-E8F4-4C33-8EF2-6459A34DF3EB}" dt="2026-10-24T08:01:01.551" v="2295" actId="14100"/>
        <pc:sldMkLst>
          <pc:docMk/>
          <pc:sldMk cId="853381386" sldId="268"/>
        </pc:sldMkLst>
        <pc:spChg chg="mod">
          <ac:chgData name="羽霄 华" userId="93e3168b1be00cd9" providerId="LiveId" clId="{BBA72E14-E8F4-4C33-8EF2-6459A34DF3EB}" dt="2026-10-24T08:00:55.001" v="2294" actId="20577"/>
          <ac:spMkLst>
            <pc:docMk/>
            <pc:sldMk cId="853381386" sldId="268"/>
            <ac:spMk id="9" creationId="{9898B101-A810-4CC5-87A2-32A59107502F}"/>
          </ac:spMkLst>
        </pc:spChg>
        <pc:grpChg chg="mod">
          <ac:chgData name="羽霄 华" userId="93e3168b1be00cd9" providerId="LiveId" clId="{BBA72E14-E8F4-4C33-8EF2-6459A34DF3EB}" dt="2026-10-24T08:01:01.551" v="2295" actId="14100"/>
          <ac:grpSpMkLst>
            <pc:docMk/>
            <pc:sldMk cId="853381386" sldId="268"/>
            <ac:grpSpMk id="2" creationId="{3123AE12-7C12-48DE-BAC9-FD0DE828DB4E}"/>
          </ac:grpSpMkLst>
        </pc:grpChg>
      </pc:sldChg>
      <pc:sldChg chg="modSp mod">
        <pc:chgData name="羽霄 华" userId="93e3168b1be00cd9" providerId="LiveId" clId="{BBA72E14-E8F4-4C33-8EF2-6459A34DF3EB}" dt="2026-10-24T08:58:13.311" v="4929" actId="20577"/>
        <pc:sldMkLst>
          <pc:docMk/>
          <pc:sldMk cId="1204569748" sldId="269"/>
        </pc:sldMkLst>
        <pc:spChg chg="mod">
          <ac:chgData name="羽霄 华" userId="93e3168b1be00cd9" providerId="LiveId" clId="{BBA72E14-E8F4-4C33-8EF2-6459A34DF3EB}" dt="2026-10-24T08:57:10.878" v="4843" actId="1076"/>
          <ac:spMkLst>
            <pc:docMk/>
            <pc:sldMk cId="1204569748" sldId="269"/>
            <ac:spMk id="8" creationId="{F5C636E2-FC9B-4DD1-88FF-CB51889A6A3D}"/>
          </ac:spMkLst>
        </pc:spChg>
        <pc:spChg chg="mod">
          <ac:chgData name="羽霄 华" userId="93e3168b1be00cd9" providerId="LiveId" clId="{BBA72E14-E8F4-4C33-8EF2-6459A34DF3EB}" dt="2026-10-24T08:57:31.695" v="4899" actId="20577"/>
          <ac:spMkLst>
            <pc:docMk/>
            <pc:sldMk cId="1204569748" sldId="269"/>
            <ac:spMk id="9" creationId="{FE7A5047-FDF5-4C5E-BE59-EF5BFFF76EDB}"/>
          </ac:spMkLst>
        </pc:spChg>
        <pc:spChg chg="mod">
          <ac:chgData name="羽霄 华" userId="93e3168b1be00cd9" providerId="LiveId" clId="{BBA72E14-E8F4-4C33-8EF2-6459A34DF3EB}" dt="2026-10-24T08:56:30.290" v="4797" actId="1076"/>
          <ac:spMkLst>
            <pc:docMk/>
            <pc:sldMk cId="1204569748" sldId="269"/>
            <ac:spMk id="29" creationId="{2DCEAC45-7B44-432B-BB28-EB3675ED9952}"/>
          </ac:spMkLst>
        </pc:spChg>
        <pc:spChg chg="mod">
          <ac:chgData name="羽霄 华" userId="93e3168b1be00cd9" providerId="LiveId" clId="{BBA72E14-E8F4-4C33-8EF2-6459A34DF3EB}" dt="2026-10-24T08:56:30.290" v="4797" actId="1076"/>
          <ac:spMkLst>
            <pc:docMk/>
            <pc:sldMk cId="1204569748" sldId="269"/>
            <ac:spMk id="30" creationId="{7F02790B-5C7B-4ABD-B960-C955BA27FD77}"/>
          </ac:spMkLst>
        </pc:spChg>
        <pc:spChg chg="mod">
          <ac:chgData name="羽霄 华" userId="93e3168b1be00cd9" providerId="LiveId" clId="{BBA72E14-E8F4-4C33-8EF2-6459A34DF3EB}" dt="2026-10-24T08:56:30.290" v="4797" actId="1076"/>
          <ac:spMkLst>
            <pc:docMk/>
            <pc:sldMk cId="1204569748" sldId="269"/>
            <ac:spMk id="36" creationId="{78470360-8534-4BAC-9178-8C000E915346}"/>
          </ac:spMkLst>
        </pc:spChg>
        <pc:spChg chg="mod">
          <ac:chgData name="羽霄 华" userId="93e3168b1be00cd9" providerId="LiveId" clId="{BBA72E14-E8F4-4C33-8EF2-6459A34DF3EB}" dt="2026-10-24T08:58:13.311" v="4929" actId="20577"/>
          <ac:spMkLst>
            <pc:docMk/>
            <pc:sldMk cId="1204569748" sldId="269"/>
            <ac:spMk id="37" creationId="{5BE36348-65A0-4687-BE75-75D621D93E27}"/>
          </ac:spMkLst>
        </pc:spChg>
        <pc:picChg chg="mod">
          <ac:chgData name="羽霄 华" userId="93e3168b1be00cd9" providerId="LiveId" clId="{BBA72E14-E8F4-4C33-8EF2-6459A34DF3EB}" dt="2026-10-24T08:58:03.654" v="4920" actId="1076"/>
          <ac:picMkLst>
            <pc:docMk/>
            <pc:sldMk cId="1204569748" sldId="269"/>
            <ac:picMk id="3" creationId="{8A1095A3-5A9C-4318-8E0B-702883FEE319}"/>
          </ac:picMkLst>
        </pc:picChg>
        <pc:picChg chg="mod">
          <ac:chgData name="羽霄 华" userId="93e3168b1be00cd9" providerId="LiveId" clId="{BBA72E14-E8F4-4C33-8EF2-6459A34DF3EB}" dt="2026-10-24T08:58:05.751" v="4921" actId="1076"/>
          <ac:picMkLst>
            <pc:docMk/>
            <pc:sldMk cId="1204569748" sldId="269"/>
            <ac:picMk id="35" creationId="{3B4AE156-3A4B-4BE8-A1AD-D44CC6BC9E9D}"/>
          </ac:picMkLst>
        </pc:picChg>
        <pc:picChg chg="mod">
          <ac:chgData name="羽霄 华" userId="93e3168b1be00cd9" providerId="LiveId" clId="{BBA72E14-E8F4-4C33-8EF2-6459A34DF3EB}" dt="2026-10-24T08:58:08.590" v="4922" actId="1076"/>
          <ac:picMkLst>
            <pc:docMk/>
            <pc:sldMk cId="1204569748" sldId="269"/>
            <ac:picMk id="47" creationId="{26661297-9167-4C47-9683-11751C334061}"/>
          </ac:picMkLst>
        </pc:picChg>
        <pc:cxnChg chg="mod">
          <ac:chgData name="羽霄 华" userId="93e3168b1be00cd9" providerId="LiveId" clId="{BBA72E14-E8F4-4C33-8EF2-6459A34DF3EB}" dt="2026-10-24T08:56:40.090" v="4798" actId="1076"/>
          <ac:cxnSpMkLst>
            <pc:docMk/>
            <pc:sldMk cId="1204569748" sldId="269"/>
            <ac:cxnSpMk id="14" creationId="{8C47EEBA-BF14-4CE9-9B7B-60C8C44B37F5}"/>
          </ac:cxnSpMkLst>
        </pc:cxnChg>
        <pc:cxnChg chg="mod">
          <ac:chgData name="羽霄 华" userId="93e3168b1be00cd9" providerId="LiveId" clId="{BBA72E14-E8F4-4C33-8EF2-6459A34DF3EB}" dt="2026-10-24T08:56:30.290" v="4797" actId="1076"/>
          <ac:cxnSpMkLst>
            <pc:docMk/>
            <pc:sldMk cId="1204569748" sldId="269"/>
            <ac:cxnSpMk id="31" creationId="{3F857A71-080F-40D9-A14B-A2397A65DAEA}"/>
          </ac:cxnSpMkLst>
        </pc:cxnChg>
        <pc:cxnChg chg="mod">
          <ac:chgData name="羽霄 华" userId="93e3168b1be00cd9" providerId="LiveId" clId="{BBA72E14-E8F4-4C33-8EF2-6459A34DF3EB}" dt="2026-10-24T08:56:30.290" v="4797" actId="1076"/>
          <ac:cxnSpMkLst>
            <pc:docMk/>
            <pc:sldMk cId="1204569748" sldId="269"/>
            <ac:cxnSpMk id="38" creationId="{8E2DA023-52D6-4355-8AFD-F48537A05434}"/>
          </ac:cxnSpMkLst>
        </pc:cxnChg>
      </pc:sldChg>
      <pc:sldChg chg="addSp delSp modSp mod">
        <pc:chgData name="羽霄 华" userId="93e3168b1be00cd9" providerId="LiveId" clId="{BBA72E14-E8F4-4C33-8EF2-6459A34DF3EB}" dt="2026-10-24T08:52:30.886" v="4638" actId="1076"/>
        <pc:sldMkLst>
          <pc:docMk/>
          <pc:sldMk cId="939521130" sldId="2007578726"/>
        </pc:sldMkLst>
        <pc:spChg chg="mod">
          <ac:chgData name="羽霄 华" userId="93e3168b1be00cd9" providerId="LiveId" clId="{BBA72E14-E8F4-4C33-8EF2-6459A34DF3EB}" dt="2026-10-24T08:51:16.304" v="4519" actId="1036"/>
          <ac:spMkLst>
            <pc:docMk/>
            <pc:sldMk cId="939521130" sldId="2007578726"/>
            <ac:spMk id="4" creationId="{D3A9F772-D040-497C-B416-09DA66D91772}"/>
          </ac:spMkLst>
        </pc:spChg>
        <pc:spChg chg="mod">
          <ac:chgData name="羽霄 华" userId="93e3168b1be00cd9" providerId="LiveId" clId="{BBA72E14-E8F4-4C33-8EF2-6459A34DF3EB}" dt="2026-10-24T08:51:16.304" v="4519" actId="1036"/>
          <ac:spMkLst>
            <pc:docMk/>
            <pc:sldMk cId="939521130" sldId="2007578726"/>
            <ac:spMk id="5" creationId="{4535ED4F-3C84-4296-BEDE-F43C62A4B90F}"/>
          </ac:spMkLst>
        </pc:spChg>
        <pc:spChg chg="del">
          <ac:chgData name="羽霄 华" userId="93e3168b1be00cd9" providerId="LiveId" clId="{BBA72E14-E8F4-4C33-8EF2-6459A34DF3EB}" dt="2026-10-24T08:50:12.856" v="4456" actId="478"/>
          <ac:spMkLst>
            <pc:docMk/>
            <pc:sldMk cId="939521130" sldId="2007578726"/>
            <ac:spMk id="18" creationId="{AD36EC70-9B05-443A-BA50-4C5091717192}"/>
          </ac:spMkLst>
        </pc:spChg>
        <pc:spChg chg="del">
          <ac:chgData name="羽霄 华" userId="93e3168b1be00cd9" providerId="LiveId" clId="{BBA72E14-E8F4-4C33-8EF2-6459A34DF3EB}" dt="2026-10-24T08:50:12.856" v="4456" actId="478"/>
          <ac:spMkLst>
            <pc:docMk/>
            <pc:sldMk cId="939521130" sldId="2007578726"/>
            <ac:spMk id="24" creationId="{760ED036-6CA2-3150-5889-5F277BF271BC}"/>
          </ac:spMkLst>
        </pc:spChg>
        <pc:spChg chg="del">
          <ac:chgData name="羽霄 华" userId="93e3168b1be00cd9" providerId="LiveId" clId="{BBA72E14-E8F4-4C33-8EF2-6459A34DF3EB}" dt="2026-10-24T08:50:12.856" v="4456" actId="478"/>
          <ac:spMkLst>
            <pc:docMk/>
            <pc:sldMk cId="939521130" sldId="2007578726"/>
            <ac:spMk id="25" creationId="{AF65B12B-AC83-6C74-AFEA-9467FDDA0C32}"/>
          </ac:spMkLst>
        </pc:spChg>
        <pc:grpChg chg="del">
          <ac:chgData name="羽霄 华" userId="93e3168b1be00cd9" providerId="LiveId" clId="{BBA72E14-E8F4-4C33-8EF2-6459A34DF3EB}" dt="2026-10-24T08:50:12.856" v="4456" actId="478"/>
          <ac:grpSpMkLst>
            <pc:docMk/>
            <pc:sldMk cId="939521130" sldId="2007578726"/>
            <ac:grpSpMk id="3" creationId="{2949BC89-8937-9D9E-01DC-6C883312BCEF}"/>
          </ac:grpSpMkLst>
        </pc:grpChg>
        <pc:grpChg chg="del">
          <ac:chgData name="羽霄 华" userId="93e3168b1be00cd9" providerId="LiveId" clId="{BBA72E14-E8F4-4C33-8EF2-6459A34DF3EB}" dt="2026-10-24T08:50:12.856" v="4456" actId="478"/>
          <ac:grpSpMkLst>
            <pc:docMk/>
            <pc:sldMk cId="939521130" sldId="2007578726"/>
            <ac:grpSpMk id="14" creationId="{882E3A9A-E54C-2213-4091-2C4B98B10AE2}"/>
          </ac:grpSpMkLst>
        </pc:grpChg>
        <pc:picChg chg="mod">
          <ac:chgData name="羽霄 华" userId="93e3168b1be00cd9" providerId="LiveId" clId="{BBA72E14-E8F4-4C33-8EF2-6459A34DF3EB}" dt="2026-10-24T08:51:18.279" v="4539" actId="1035"/>
          <ac:picMkLst>
            <pc:docMk/>
            <pc:sldMk cId="939521130" sldId="2007578726"/>
            <ac:picMk id="6" creationId="{24F6E7C9-4D96-49D0-A55A-A56D56A42F24}"/>
          </ac:picMkLst>
        </pc:picChg>
        <pc:picChg chg="add mod">
          <ac:chgData name="羽霄 华" userId="93e3168b1be00cd9" providerId="LiveId" clId="{BBA72E14-E8F4-4C33-8EF2-6459A34DF3EB}" dt="2026-10-24T08:52:30.886" v="4638" actId="1076"/>
          <ac:picMkLst>
            <pc:docMk/>
            <pc:sldMk cId="939521130" sldId="2007578726"/>
            <ac:picMk id="23" creationId="{C718C7A7-66AD-8E59-376F-3D5EA9FF6D18}"/>
          </ac:picMkLst>
        </pc:picChg>
        <pc:picChg chg="add mod">
          <ac:chgData name="羽霄 华" userId="93e3168b1be00cd9" providerId="LiveId" clId="{BBA72E14-E8F4-4C33-8EF2-6459A34DF3EB}" dt="2026-10-24T08:52:16.339" v="4636" actId="1076"/>
          <ac:picMkLst>
            <pc:docMk/>
            <pc:sldMk cId="939521130" sldId="2007578726"/>
            <ac:picMk id="27" creationId="{F7F870DE-F0E0-68C6-6A5F-D6BCE38E601E}"/>
          </ac:picMkLst>
        </pc:picChg>
        <pc:picChg chg="add mod">
          <ac:chgData name="羽霄 华" userId="93e3168b1be00cd9" providerId="LiveId" clId="{BBA72E14-E8F4-4C33-8EF2-6459A34DF3EB}" dt="2026-10-24T08:52:16.339" v="4636" actId="1076"/>
          <ac:picMkLst>
            <pc:docMk/>
            <pc:sldMk cId="939521130" sldId="2007578726"/>
            <ac:picMk id="29" creationId="{46CB8386-07B0-C252-50BD-540EE3E56DA6}"/>
          </ac:picMkLst>
        </pc:picChg>
        <pc:picChg chg="add mod">
          <ac:chgData name="羽霄 华" userId="93e3168b1be00cd9" providerId="LiveId" clId="{BBA72E14-E8F4-4C33-8EF2-6459A34DF3EB}" dt="2026-10-24T08:52:16.339" v="4636" actId="1076"/>
          <ac:picMkLst>
            <pc:docMk/>
            <pc:sldMk cId="939521130" sldId="2007578726"/>
            <ac:picMk id="31" creationId="{AC3A94E4-25DC-EEEB-DA59-98146D67E405}"/>
          </ac:picMkLst>
        </pc:picChg>
      </pc:sldChg>
      <pc:sldChg chg="modSp mod">
        <pc:chgData name="羽霄 华" userId="93e3168b1be00cd9" providerId="LiveId" clId="{BBA72E14-E8F4-4C33-8EF2-6459A34DF3EB}" dt="2026-10-24T08:01:40.025" v="2334" actId="20577"/>
        <pc:sldMkLst>
          <pc:docMk/>
          <pc:sldMk cId="3676572160" sldId="2007578732"/>
        </pc:sldMkLst>
        <pc:spChg chg="mod">
          <ac:chgData name="羽霄 华" userId="93e3168b1be00cd9" providerId="LiveId" clId="{BBA72E14-E8F4-4C33-8EF2-6459A34DF3EB}" dt="2026-10-24T08:01:34.277" v="2314" actId="20577"/>
          <ac:spMkLst>
            <pc:docMk/>
            <pc:sldMk cId="3676572160" sldId="2007578732"/>
            <ac:spMk id="69" creationId="{5EDA1B9B-3C69-4E96-961B-1D377EDB4902}"/>
          </ac:spMkLst>
        </pc:spChg>
        <pc:spChg chg="mod">
          <ac:chgData name="羽霄 华" userId="93e3168b1be00cd9" providerId="LiveId" clId="{BBA72E14-E8F4-4C33-8EF2-6459A34DF3EB}" dt="2026-10-24T08:01:40.025" v="2334" actId="20577"/>
          <ac:spMkLst>
            <pc:docMk/>
            <pc:sldMk cId="3676572160" sldId="2007578732"/>
            <ac:spMk id="70" creationId="{D1254AFC-C80E-4423-8336-78AA97B793EE}"/>
          </ac:spMkLst>
        </pc:spChg>
      </pc:sldChg>
      <pc:sldChg chg="addSp delSp modSp mod">
        <pc:chgData name="羽霄 华" userId="93e3168b1be00cd9" providerId="LiveId" clId="{BBA72E14-E8F4-4C33-8EF2-6459A34DF3EB}" dt="2026-10-24T08:55:30.292" v="4768" actId="20577"/>
        <pc:sldMkLst>
          <pc:docMk/>
          <pc:sldMk cId="2723119725" sldId="2007578733"/>
        </pc:sldMkLst>
        <pc:spChg chg="mod">
          <ac:chgData name="羽霄 华" userId="93e3168b1be00cd9" providerId="LiveId" clId="{BBA72E14-E8F4-4C33-8EF2-6459A34DF3EB}" dt="2026-10-24T08:55:30.292" v="4768" actId="20577"/>
          <ac:spMkLst>
            <pc:docMk/>
            <pc:sldMk cId="2723119725" sldId="2007578733"/>
            <ac:spMk id="4" creationId="{D3A9F772-D040-497C-B416-09DA66D91772}"/>
          </ac:spMkLst>
        </pc:spChg>
        <pc:spChg chg="del">
          <ac:chgData name="羽霄 华" userId="93e3168b1be00cd9" providerId="LiveId" clId="{BBA72E14-E8F4-4C33-8EF2-6459A34DF3EB}" dt="2026-10-24T08:52:44.169" v="4641" actId="478"/>
          <ac:spMkLst>
            <pc:docMk/>
            <pc:sldMk cId="2723119725" sldId="2007578733"/>
            <ac:spMk id="9" creationId="{EF36B7FD-F78C-AE6B-CFC5-5381B2EB65BC}"/>
          </ac:spMkLst>
        </pc:spChg>
        <pc:spChg chg="del">
          <ac:chgData name="羽霄 华" userId="93e3168b1be00cd9" providerId="LiveId" clId="{BBA72E14-E8F4-4C33-8EF2-6459A34DF3EB}" dt="2026-10-24T08:52:44.169" v="4641" actId="478"/>
          <ac:spMkLst>
            <pc:docMk/>
            <pc:sldMk cId="2723119725" sldId="2007578733"/>
            <ac:spMk id="10" creationId="{19AC29B9-005E-CD4B-E88D-4041F35B866E}"/>
          </ac:spMkLst>
        </pc:spChg>
        <pc:spChg chg="del mod">
          <ac:chgData name="羽霄 华" userId="93e3168b1be00cd9" providerId="LiveId" clId="{BBA72E14-E8F4-4C33-8EF2-6459A34DF3EB}" dt="2026-10-24T08:52:44.169" v="4641" actId="478"/>
          <ac:spMkLst>
            <pc:docMk/>
            <pc:sldMk cId="2723119725" sldId="2007578733"/>
            <ac:spMk id="15" creationId="{DD0634A6-82F4-A038-27F4-3AB455D8AC66}"/>
          </ac:spMkLst>
        </pc:spChg>
        <pc:spChg chg="del">
          <ac:chgData name="羽霄 华" userId="93e3168b1be00cd9" providerId="LiveId" clId="{BBA72E14-E8F4-4C33-8EF2-6459A34DF3EB}" dt="2026-10-24T08:52:44.169" v="4641" actId="478"/>
          <ac:spMkLst>
            <pc:docMk/>
            <pc:sldMk cId="2723119725" sldId="2007578733"/>
            <ac:spMk id="41" creationId="{155A7D7F-C195-44A6-A09D-4A418FA32685}"/>
          </ac:spMkLst>
        </pc:spChg>
        <pc:picChg chg="del">
          <ac:chgData name="羽霄 华" userId="93e3168b1be00cd9" providerId="LiveId" clId="{BBA72E14-E8F4-4C33-8EF2-6459A34DF3EB}" dt="2026-10-24T08:52:44.169" v="4641" actId="478"/>
          <ac:picMkLst>
            <pc:docMk/>
            <pc:sldMk cId="2723119725" sldId="2007578733"/>
            <ac:picMk id="3" creationId="{DC9466B0-56CC-5F1F-A074-50FC11ECFC02}"/>
          </ac:picMkLst>
        </pc:picChg>
        <pc:picChg chg="add mod">
          <ac:chgData name="羽霄 华" userId="93e3168b1be00cd9" providerId="LiveId" clId="{BBA72E14-E8F4-4C33-8EF2-6459A34DF3EB}" dt="2026-10-24T08:53:17.481" v="4679" actId="14100"/>
          <ac:picMkLst>
            <pc:docMk/>
            <pc:sldMk cId="2723119725" sldId="2007578733"/>
            <ac:picMk id="7" creationId="{87BEFCA9-B193-3DE2-795F-8D19891E2A0A}"/>
          </ac:picMkLst>
        </pc:picChg>
        <pc:picChg chg="del">
          <ac:chgData name="羽霄 华" userId="93e3168b1be00cd9" providerId="LiveId" clId="{BBA72E14-E8F4-4C33-8EF2-6459A34DF3EB}" dt="2026-10-24T08:52:45.191" v="4642" actId="478"/>
          <ac:picMkLst>
            <pc:docMk/>
            <pc:sldMk cId="2723119725" sldId="2007578733"/>
            <ac:picMk id="8" creationId="{B5FA9D36-7400-2F2F-C1FE-B23FC9B92484}"/>
          </ac:picMkLst>
        </pc:picChg>
        <pc:picChg chg="del">
          <ac:chgData name="羽霄 华" userId="93e3168b1be00cd9" providerId="LiveId" clId="{BBA72E14-E8F4-4C33-8EF2-6459A34DF3EB}" dt="2026-10-24T08:52:44.169" v="4641" actId="478"/>
          <ac:picMkLst>
            <pc:docMk/>
            <pc:sldMk cId="2723119725" sldId="2007578733"/>
            <ac:picMk id="13" creationId="{12FC13A5-B40E-F88D-BDAB-7FF6C3B814E9}"/>
          </ac:picMkLst>
        </pc:picChg>
        <pc:picChg chg="del">
          <ac:chgData name="羽霄 华" userId="93e3168b1be00cd9" providerId="LiveId" clId="{BBA72E14-E8F4-4C33-8EF2-6459A34DF3EB}" dt="2026-10-24T08:52:41.829" v="4640" actId="478"/>
          <ac:picMkLst>
            <pc:docMk/>
            <pc:sldMk cId="2723119725" sldId="2007578733"/>
            <ac:picMk id="16" creationId="{935E8478-3B34-9D74-0955-B2C7CB0E20D2}"/>
          </ac:picMkLst>
        </pc:picChg>
      </pc:sldChg>
      <pc:sldChg chg="addSp delSp modSp mod ord">
        <pc:chgData name="羽霄 华" userId="93e3168b1be00cd9" providerId="LiveId" clId="{BBA72E14-E8F4-4C33-8EF2-6459A34DF3EB}" dt="2026-10-24T08:58:21.133" v="4930" actId="20577"/>
        <pc:sldMkLst>
          <pc:docMk/>
          <pc:sldMk cId="3718484256" sldId="2007578734"/>
        </pc:sldMkLst>
        <pc:spChg chg="mod">
          <ac:chgData name="羽霄 华" userId="93e3168b1be00cd9" providerId="LiveId" clId="{BBA72E14-E8F4-4C33-8EF2-6459A34DF3EB}" dt="2026-10-24T08:58:21.133" v="4930" actId="20577"/>
          <ac:spMkLst>
            <pc:docMk/>
            <pc:sldMk cId="3718484256" sldId="2007578734"/>
            <ac:spMk id="4" creationId="{D3A9F772-D040-497C-B416-09DA66D91772}"/>
          </ac:spMkLst>
        </pc:spChg>
        <pc:spChg chg="del">
          <ac:chgData name="羽霄 华" userId="93e3168b1be00cd9" providerId="LiveId" clId="{BBA72E14-E8F4-4C33-8EF2-6459A34DF3EB}" dt="2026-10-24T08:14:53.105" v="2928" actId="478"/>
          <ac:spMkLst>
            <pc:docMk/>
            <pc:sldMk cId="3718484256" sldId="2007578734"/>
            <ac:spMk id="9" creationId="{8B618F6C-59AD-DB88-0D28-7E453EB2A550}"/>
          </ac:spMkLst>
        </pc:spChg>
        <pc:spChg chg="del">
          <ac:chgData name="羽霄 华" userId="93e3168b1be00cd9" providerId="LiveId" clId="{BBA72E14-E8F4-4C33-8EF2-6459A34DF3EB}" dt="2026-10-24T08:14:54.354" v="2929" actId="478"/>
          <ac:spMkLst>
            <pc:docMk/>
            <pc:sldMk cId="3718484256" sldId="2007578734"/>
            <ac:spMk id="12" creationId="{08D2B447-4017-8EA1-1E28-181969C8063E}"/>
          </ac:spMkLst>
        </pc:spChg>
        <pc:spChg chg="add">
          <ac:chgData name="羽霄 华" userId="93e3168b1be00cd9" providerId="LiveId" clId="{BBA72E14-E8F4-4C33-8EF2-6459A34DF3EB}" dt="2026-10-24T08:16:20.845" v="2944"/>
          <ac:spMkLst>
            <pc:docMk/>
            <pc:sldMk cId="3718484256" sldId="2007578734"/>
            <ac:spMk id="14" creationId="{BBAB734A-FC77-A999-DA7D-49190D069E80}"/>
          </ac:spMkLst>
        </pc:spChg>
        <pc:spChg chg="add">
          <ac:chgData name="羽霄 华" userId="93e3168b1be00cd9" providerId="LiveId" clId="{BBA72E14-E8F4-4C33-8EF2-6459A34DF3EB}" dt="2026-10-24T08:16:20.845" v="2944"/>
          <ac:spMkLst>
            <pc:docMk/>
            <pc:sldMk cId="3718484256" sldId="2007578734"/>
            <ac:spMk id="16" creationId="{2A89B465-7CF9-F851-FEA5-A988AFCA1EA7}"/>
          </ac:spMkLst>
        </pc:spChg>
        <pc:spChg chg="add">
          <ac:chgData name="羽霄 华" userId="93e3168b1be00cd9" providerId="LiveId" clId="{BBA72E14-E8F4-4C33-8EF2-6459A34DF3EB}" dt="2026-10-24T08:16:20.845" v="2944"/>
          <ac:spMkLst>
            <pc:docMk/>
            <pc:sldMk cId="3718484256" sldId="2007578734"/>
            <ac:spMk id="17" creationId="{AF520A4B-8393-9632-BE94-EB80E55242F5}"/>
          </ac:spMkLst>
        </pc:spChg>
        <pc:spChg chg="add mod">
          <ac:chgData name="羽霄 华" userId="93e3168b1be00cd9" providerId="LiveId" clId="{BBA72E14-E8F4-4C33-8EF2-6459A34DF3EB}" dt="2026-10-24T08:16:46.241" v="2951" actId="1076"/>
          <ac:spMkLst>
            <pc:docMk/>
            <pc:sldMk cId="3718484256" sldId="2007578734"/>
            <ac:spMk id="20" creationId="{A865F4C0-5EDE-813F-5478-E314AF1AD085}"/>
          </ac:spMkLst>
        </pc:spChg>
        <pc:spChg chg="add mod">
          <ac:chgData name="羽霄 华" userId="93e3168b1be00cd9" providerId="LiveId" clId="{BBA72E14-E8F4-4C33-8EF2-6459A34DF3EB}" dt="2026-10-24T08:16:46.241" v="2951" actId="1076"/>
          <ac:spMkLst>
            <pc:docMk/>
            <pc:sldMk cId="3718484256" sldId="2007578734"/>
            <ac:spMk id="21" creationId="{AA64B09E-0E90-EDF3-0A9A-D2788265F624}"/>
          </ac:spMkLst>
        </pc:spChg>
        <pc:spChg chg="add mod">
          <ac:chgData name="羽霄 华" userId="93e3168b1be00cd9" providerId="LiveId" clId="{BBA72E14-E8F4-4C33-8EF2-6459A34DF3EB}" dt="2026-10-24T08:16:46.241" v="2951" actId="1076"/>
          <ac:spMkLst>
            <pc:docMk/>
            <pc:sldMk cId="3718484256" sldId="2007578734"/>
            <ac:spMk id="22" creationId="{EDF41935-D555-4A27-3B24-B0B83D25D363}"/>
          </ac:spMkLst>
        </pc:spChg>
        <pc:spChg chg="add mod">
          <ac:chgData name="羽霄 华" userId="93e3168b1be00cd9" providerId="LiveId" clId="{BBA72E14-E8F4-4C33-8EF2-6459A34DF3EB}" dt="2026-10-24T08:19:01.055" v="2969" actId="1076"/>
          <ac:spMkLst>
            <pc:docMk/>
            <pc:sldMk cId="3718484256" sldId="2007578734"/>
            <ac:spMk id="26" creationId="{FF50D019-D7C1-3FFF-4DA8-50D76544FA6F}"/>
          </ac:spMkLst>
        </pc:spChg>
        <pc:spChg chg="add mod">
          <ac:chgData name="羽霄 华" userId="93e3168b1be00cd9" providerId="LiveId" clId="{BBA72E14-E8F4-4C33-8EF2-6459A34DF3EB}" dt="2026-10-24T08:19:09.366" v="2972" actId="1076"/>
          <ac:spMkLst>
            <pc:docMk/>
            <pc:sldMk cId="3718484256" sldId="2007578734"/>
            <ac:spMk id="29" creationId="{A3637D72-2F86-67AD-A414-15C3461C3096}"/>
          </ac:spMkLst>
        </pc:spChg>
        <pc:graphicFrameChg chg="mod">
          <ac:chgData name="羽霄 华" userId="93e3168b1be00cd9" providerId="LiveId" clId="{BBA72E14-E8F4-4C33-8EF2-6459A34DF3EB}" dt="2026-10-24T08:15:02.733" v="2931" actId="1076"/>
          <ac:graphicFrameMkLst>
            <pc:docMk/>
            <pc:sldMk cId="3718484256" sldId="2007578734"/>
            <ac:graphicFrameMk id="23" creationId="{78995426-A748-E037-1EAD-D4C3DBA13687}"/>
          </ac:graphicFrameMkLst>
        </pc:graphicFrameChg>
        <pc:picChg chg="add mod">
          <ac:chgData name="羽霄 华" userId="93e3168b1be00cd9" providerId="LiveId" clId="{BBA72E14-E8F4-4C33-8EF2-6459A34DF3EB}" dt="2026-10-24T08:15:39.971" v="2941" actId="14100"/>
          <ac:picMkLst>
            <pc:docMk/>
            <pc:sldMk cId="3718484256" sldId="2007578734"/>
            <ac:picMk id="3" creationId="{728E333C-6585-AE83-E3B8-A5ECA4E13425}"/>
          </ac:picMkLst>
        </pc:picChg>
        <pc:picChg chg="del">
          <ac:chgData name="羽霄 华" userId="93e3168b1be00cd9" providerId="LiveId" clId="{BBA72E14-E8F4-4C33-8EF2-6459A34DF3EB}" dt="2026-10-24T08:14:51.747" v="2927" actId="478"/>
          <ac:picMkLst>
            <pc:docMk/>
            <pc:sldMk cId="3718484256" sldId="2007578734"/>
            <ac:picMk id="7" creationId="{54FB2E97-72B9-E5DA-2D5D-AAD70A24F165}"/>
          </ac:picMkLst>
        </pc:picChg>
        <pc:picChg chg="add mod">
          <ac:chgData name="羽霄 华" userId="93e3168b1be00cd9" providerId="LiveId" clId="{BBA72E14-E8F4-4C33-8EF2-6459A34DF3EB}" dt="2026-10-24T08:15:45.484" v="2943" actId="1076"/>
          <ac:picMkLst>
            <pc:docMk/>
            <pc:sldMk cId="3718484256" sldId="2007578734"/>
            <ac:picMk id="10" creationId="{26ED2359-84FB-C8D4-9B8E-DF35CC203E6E}"/>
          </ac:picMkLst>
        </pc:picChg>
        <pc:picChg chg="add">
          <ac:chgData name="羽霄 华" userId="93e3168b1be00cd9" providerId="LiveId" clId="{BBA72E14-E8F4-4C33-8EF2-6459A34DF3EB}" dt="2026-10-24T08:16:20.845" v="2944"/>
          <ac:picMkLst>
            <pc:docMk/>
            <pc:sldMk cId="3718484256" sldId="2007578734"/>
            <ac:picMk id="11" creationId="{9B2B512B-F8DC-0C82-6521-EB3DA95AA9A4}"/>
          </ac:picMkLst>
        </pc:picChg>
        <pc:picChg chg="add">
          <ac:chgData name="羽霄 华" userId="93e3168b1be00cd9" providerId="LiveId" clId="{BBA72E14-E8F4-4C33-8EF2-6459A34DF3EB}" dt="2026-10-24T08:16:20.845" v="2944"/>
          <ac:picMkLst>
            <pc:docMk/>
            <pc:sldMk cId="3718484256" sldId="2007578734"/>
            <ac:picMk id="13" creationId="{89BACDC8-A205-F885-AFEB-D38350D6F9E2}"/>
          </ac:picMkLst>
        </pc:picChg>
        <pc:picChg chg="del">
          <ac:chgData name="羽霄 华" userId="93e3168b1be00cd9" providerId="LiveId" clId="{BBA72E14-E8F4-4C33-8EF2-6459A34DF3EB}" dt="2026-10-24T08:14:55.102" v="2930" actId="478"/>
          <ac:picMkLst>
            <pc:docMk/>
            <pc:sldMk cId="3718484256" sldId="2007578734"/>
            <ac:picMk id="15" creationId="{F9B3628B-E87D-50D1-7622-5C114050735F}"/>
          </ac:picMkLst>
        </pc:picChg>
        <pc:picChg chg="add mod">
          <ac:chgData name="羽霄 华" userId="93e3168b1be00cd9" providerId="LiveId" clId="{BBA72E14-E8F4-4C33-8EF2-6459A34DF3EB}" dt="2026-10-24T08:16:46.241" v="2951" actId="1076"/>
          <ac:picMkLst>
            <pc:docMk/>
            <pc:sldMk cId="3718484256" sldId="2007578734"/>
            <ac:picMk id="18" creationId="{9F377F63-42F5-B234-3A7C-5B16EC50AB6E}"/>
          </ac:picMkLst>
        </pc:picChg>
        <pc:picChg chg="add mod">
          <ac:chgData name="羽霄 华" userId="93e3168b1be00cd9" providerId="LiveId" clId="{BBA72E14-E8F4-4C33-8EF2-6459A34DF3EB}" dt="2026-10-24T08:16:46.241" v="2951" actId="1076"/>
          <ac:picMkLst>
            <pc:docMk/>
            <pc:sldMk cId="3718484256" sldId="2007578734"/>
            <ac:picMk id="19" creationId="{9599A019-47B8-1F2C-84D6-B1D11F91FDE1}"/>
          </ac:picMkLst>
        </pc:picChg>
        <pc:picChg chg="del">
          <ac:chgData name="羽霄 华" userId="93e3168b1be00cd9" providerId="LiveId" clId="{BBA72E14-E8F4-4C33-8EF2-6459A34DF3EB}" dt="2026-10-24T08:14:39.952" v="2925" actId="478"/>
          <ac:picMkLst>
            <pc:docMk/>
            <pc:sldMk cId="3718484256" sldId="2007578734"/>
            <ac:picMk id="25" creationId="{1B8B91CF-89FC-89FB-6088-1CF960DFF3B8}"/>
          </ac:picMkLst>
        </pc:picChg>
        <pc:picChg chg="add mod">
          <ac:chgData name="羽霄 华" userId="93e3168b1be00cd9" providerId="LiveId" clId="{BBA72E14-E8F4-4C33-8EF2-6459A34DF3EB}" dt="2026-10-24T08:19:14.950" v="2974" actId="1076"/>
          <ac:picMkLst>
            <pc:docMk/>
            <pc:sldMk cId="3718484256" sldId="2007578734"/>
            <ac:picMk id="27" creationId="{0FD768A2-38FF-A2BF-A7A9-B30092C95707}"/>
          </ac:picMkLst>
        </pc:picChg>
        <pc:picChg chg="add mod">
          <ac:chgData name="羽霄 华" userId="93e3168b1be00cd9" providerId="LiveId" clId="{BBA72E14-E8F4-4C33-8EF2-6459A34DF3EB}" dt="2026-10-24T08:19:11.732" v="2973" actId="1076"/>
          <ac:picMkLst>
            <pc:docMk/>
            <pc:sldMk cId="3718484256" sldId="2007578734"/>
            <ac:picMk id="30" creationId="{4D815A02-8976-6447-D41D-97303F42BA04}"/>
          </ac:picMkLst>
        </pc:picChg>
        <pc:picChg chg="add mod">
          <ac:chgData name="羽霄 华" userId="93e3168b1be00cd9" providerId="LiveId" clId="{BBA72E14-E8F4-4C33-8EF2-6459A34DF3EB}" dt="2026-10-24T08:18:40.684" v="2964" actId="1076"/>
          <ac:picMkLst>
            <pc:docMk/>
            <pc:sldMk cId="3718484256" sldId="2007578734"/>
            <ac:picMk id="31" creationId="{2D525925-9A10-8D09-9D74-E2925D195ACB}"/>
          </ac:picMkLst>
        </pc:picChg>
      </pc:sldChg>
      <pc:sldChg chg="modSp mod">
        <pc:chgData name="羽霄 华" userId="93e3168b1be00cd9" providerId="LiveId" clId="{BBA72E14-E8F4-4C33-8EF2-6459A34DF3EB}" dt="2026-10-24T08:55:16.779" v="4748" actId="1076"/>
        <pc:sldMkLst>
          <pc:docMk/>
          <pc:sldMk cId="2718329581" sldId="2007578735"/>
        </pc:sldMkLst>
        <pc:spChg chg="mod">
          <ac:chgData name="羽霄 华" userId="93e3168b1be00cd9" providerId="LiveId" clId="{BBA72E14-E8F4-4C33-8EF2-6459A34DF3EB}" dt="2026-10-24T08:54:53.190" v="4734" actId="20577"/>
          <ac:spMkLst>
            <pc:docMk/>
            <pc:sldMk cId="2718329581" sldId="2007578735"/>
            <ac:spMk id="4" creationId="{D3A9F772-D040-497C-B416-09DA66D91772}"/>
          </ac:spMkLst>
        </pc:spChg>
        <pc:picChg chg="mod ord">
          <ac:chgData name="羽霄 华" userId="93e3168b1be00cd9" providerId="LiveId" clId="{BBA72E14-E8F4-4C33-8EF2-6459A34DF3EB}" dt="2026-10-24T08:55:16.779" v="4748" actId="1076"/>
          <ac:picMkLst>
            <pc:docMk/>
            <pc:sldMk cId="2718329581" sldId="2007578735"/>
            <ac:picMk id="3" creationId="{F1AE44B9-B9AC-FEFC-B909-010B1A343D28}"/>
          </ac:picMkLst>
        </pc:picChg>
      </pc:sldChg>
      <pc:sldChg chg="addSp delSp modSp mod">
        <pc:chgData name="羽霄 华" userId="93e3168b1be00cd9" providerId="LiveId" clId="{BBA72E14-E8F4-4C33-8EF2-6459A34DF3EB}" dt="2026-10-24T08:10:13.126" v="2529" actId="20577"/>
        <pc:sldMkLst>
          <pc:docMk/>
          <pc:sldMk cId="592872871" sldId="2007578738"/>
        </pc:sldMkLst>
        <pc:spChg chg="mod">
          <ac:chgData name="羽霄 华" userId="93e3168b1be00cd9" providerId="LiveId" clId="{BBA72E14-E8F4-4C33-8EF2-6459A34DF3EB}" dt="2026-10-24T08:10:13.126" v="2529" actId="20577"/>
          <ac:spMkLst>
            <pc:docMk/>
            <pc:sldMk cId="592872871" sldId="2007578738"/>
            <ac:spMk id="4" creationId="{D3A9F772-D040-497C-B416-09DA66D91772}"/>
          </ac:spMkLst>
        </pc:spChg>
        <pc:spChg chg="add mod">
          <ac:chgData name="羽霄 华" userId="93e3168b1be00cd9" providerId="LiveId" clId="{BBA72E14-E8F4-4C33-8EF2-6459A34DF3EB}" dt="2026-10-24T08:09:02.473" v="2505" actId="1076"/>
          <ac:spMkLst>
            <pc:docMk/>
            <pc:sldMk cId="592872871" sldId="2007578738"/>
            <ac:spMk id="8" creationId="{1975D09E-4D79-A61E-9269-1B01F695521C}"/>
          </ac:spMkLst>
        </pc:spChg>
        <pc:spChg chg="mod">
          <ac:chgData name="羽霄 华" userId="93e3168b1be00cd9" providerId="LiveId" clId="{BBA72E14-E8F4-4C33-8EF2-6459A34DF3EB}" dt="2026-10-24T08:10:03.498" v="2518" actId="1076"/>
          <ac:spMkLst>
            <pc:docMk/>
            <pc:sldMk cId="592872871" sldId="2007578738"/>
            <ac:spMk id="9" creationId="{A134BC82-11F1-4BE2-B346-6811B97947B5}"/>
          </ac:spMkLst>
        </pc:spChg>
        <pc:spChg chg="add mod">
          <ac:chgData name="羽霄 华" userId="93e3168b1be00cd9" providerId="LiveId" clId="{BBA72E14-E8F4-4C33-8EF2-6459A34DF3EB}" dt="2026-10-24T08:09:58.495" v="2517" actId="1076"/>
          <ac:spMkLst>
            <pc:docMk/>
            <pc:sldMk cId="592872871" sldId="2007578738"/>
            <ac:spMk id="24" creationId="{EA25C492-86F6-B5DF-4D56-BFE96089E87E}"/>
          </ac:spMkLst>
        </pc:spChg>
        <pc:picChg chg="add mod">
          <ac:chgData name="羽霄 华" userId="93e3168b1be00cd9" providerId="LiveId" clId="{BBA72E14-E8F4-4C33-8EF2-6459A34DF3EB}" dt="2026-10-24T08:06:32.730" v="2477" actId="1076"/>
          <ac:picMkLst>
            <pc:docMk/>
            <pc:sldMk cId="592872871" sldId="2007578738"/>
            <ac:picMk id="3" creationId="{8FD65445-7063-875A-09CA-B8AEB8CA4CC3}"/>
          </ac:picMkLst>
        </pc:picChg>
        <pc:picChg chg="add del">
          <ac:chgData name="羽霄 华" userId="93e3168b1be00cd9" providerId="LiveId" clId="{BBA72E14-E8F4-4C33-8EF2-6459A34DF3EB}" dt="2026-10-24T08:04:28.695" v="2438" actId="478"/>
          <ac:picMkLst>
            <pc:docMk/>
            <pc:sldMk cId="592872871" sldId="2007578738"/>
            <ac:picMk id="11" creationId="{BCA51077-24DD-0521-F47A-6003BA298C73}"/>
          </ac:picMkLst>
        </pc:picChg>
        <pc:picChg chg="add mod">
          <ac:chgData name="羽霄 华" userId="93e3168b1be00cd9" providerId="LiveId" clId="{BBA72E14-E8F4-4C33-8EF2-6459A34DF3EB}" dt="2026-10-24T08:09:38.997" v="2512" actId="1076"/>
          <ac:picMkLst>
            <pc:docMk/>
            <pc:sldMk cId="592872871" sldId="2007578738"/>
            <ac:picMk id="12" creationId="{476A4FD9-8E2A-9272-F4C6-75AD8F41667E}"/>
          </ac:picMkLst>
        </pc:picChg>
        <pc:cxnChg chg="add mod">
          <ac:chgData name="羽霄 华" userId="93e3168b1be00cd9" providerId="LiveId" clId="{BBA72E14-E8F4-4C33-8EF2-6459A34DF3EB}" dt="2026-10-24T08:09:46.570" v="2514" actId="14100"/>
          <ac:cxnSpMkLst>
            <pc:docMk/>
            <pc:sldMk cId="592872871" sldId="2007578738"/>
            <ac:cxnSpMk id="14" creationId="{5D2CAD76-C3FB-EB70-C4F4-5F25A6E5E4DC}"/>
          </ac:cxnSpMkLst>
        </pc:cxnChg>
        <pc:cxnChg chg="add mod">
          <ac:chgData name="羽霄 华" userId="93e3168b1be00cd9" providerId="LiveId" clId="{BBA72E14-E8F4-4C33-8EF2-6459A34DF3EB}" dt="2026-10-24T08:09:50.277" v="2515" actId="14100"/>
          <ac:cxnSpMkLst>
            <pc:docMk/>
            <pc:sldMk cId="592872871" sldId="2007578738"/>
            <ac:cxnSpMk id="15" creationId="{BC1817BF-AE78-F379-5CDA-CC7C9C23992F}"/>
          </ac:cxnSpMkLst>
        </pc:cxnChg>
        <pc:cxnChg chg="add mod">
          <ac:chgData name="羽霄 华" userId="93e3168b1be00cd9" providerId="LiveId" clId="{BBA72E14-E8F4-4C33-8EF2-6459A34DF3EB}" dt="2026-10-24T08:10:06.380" v="2519" actId="14100"/>
          <ac:cxnSpMkLst>
            <pc:docMk/>
            <pc:sldMk cId="592872871" sldId="2007578738"/>
            <ac:cxnSpMk id="20" creationId="{45CDB2EB-6900-1416-ABDE-7D554C01DA45}"/>
          </ac:cxnSpMkLst>
        </pc:cxnChg>
      </pc:sldChg>
      <pc:sldChg chg="addSp delSp modSp mod delAnim">
        <pc:chgData name="羽霄 华" userId="93e3168b1be00cd9" providerId="LiveId" clId="{BBA72E14-E8F4-4C33-8EF2-6459A34DF3EB}" dt="2026-10-24T08:59:55.859" v="4935" actId="1076"/>
        <pc:sldMkLst>
          <pc:docMk/>
          <pc:sldMk cId="166735287" sldId="2007578739"/>
        </pc:sldMkLst>
        <pc:spChg chg="mod">
          <ac:chgData name="羽霄 华" userId="93e3168b1be00cd9" providerId="LiveId" clId="{BBA72E14-E8F4-4C33-8EF2-6459A34DF3EB}" dt="2026-10-24T08:22:07.171" v="3140" actId="20577"/>
          <ac:spMkLst>
            <pc:docMk/>
            <pc:sldMk cId="166735287" sldId="2007578739"/>
            <ac:spMk id="4" creationId="{D3A9F772-D040-497C-B416-09DA66D91772}"/>
          </ac:spMkLst>
        </pc:spChg>
        <pc:spChg chg="del mod">
          <ac:chgData name="羽霄 华" userId="93e3168b1be00cd9" providerId="LiveId" clId="{BBA72E14-E8F4-4C33-8EF2-6459A34DF3EB}" dt="2026-10-24T08:22:11.005" v="3143" actId="478"/>
          <ac:spMkLst>
            <pc:docMk/>
            <pc:sldMk cId="166735287" sldId="2007578739"/>
            <ac:spMk id="7" creationId="{32B6D758-814A-0570-3FDB-89D13AFFB85D}"/>
          </ac:spMkLst>
        </pc:spChg>
        <pc:spChg chg="add mod">
          <ac:chgData name="羽霄 华" userId="93e3168b1be00cd9" providerId="LiveId" clId="{BBA72E14-E8F4-4C33-8EF2-6459A34DF3EB}" dt="2026-10-24T08:29:07.898" v="3269" actId="1076"/>
          <ac:spMkLst>
            <pc:docMk/>
            <pc:sldMk cId="166735287" sldId="2007578739"/>
            <ac:spMk id="13" creationId="{F769CBA4-1F55-7A23-337D-A9473E0BFA9A}"/>
          </ac:spMkLst>
        </pc:spChg>
        <pc:spChg chg="add mod">
          <ac:chgData name="羽霄 华" userId="93e3168b1be00cd9" providerId="LiveId" clId="{BBA72E14-E8F4-4C33-8EF2-6459A34DF3EB}" dt="2026-10-24T08:29:17.694" v="3276" actId="20577"/>
          <ac:spMkLst>
            <pc:docMk/>
            <pc:sldMk cId="166735287" sldId="2007578739"/>
            <ac:spMk id="14" creationId="{41BB28BE-38F7-D961-5C14-94180D4B55AA}"/>
          </ac:spMkLst>
        </pc:spChg>
        <pc:spChg chg="add mod">
          <ac:chgData name="羽霄 华" userId="93e3168b1be00cd9" providerId="LiveId" clId="{BBA72E14-E8F4-4C33-8EF2-6459A34DF3EB}" dt="2026-10-24T08:30:00.472" v="3334" actId="14100"/>
          <ac:spMkLst>
            <pc:docMk/>
            <pc:sldMk cId="166735287" sldId="2007578739"/>
            <ac:spMk id="16" creationId="{43C30CC9-D652-82D0-F692-313EBA05F503}"/>
          </ac:spMkLst>
        </pc:spChg>
        <pc:spChg chg="add mod">
          <ac:chgData name="羽霄 华" userId="93e3168b1be00cd9" providerId="LiveId" clId="{BBA72E14-E8F4-4C33-8EF2-6459A34DF3EB}" dt="2026-10-24T08:29:52.326" v="3326" actId="14100"/>
          <ac:spMkLst>
            <pc:docMk/>
            <pc:sldMk cId="166735287" sldId="2007578739"/>
            <ac:spMk id="17" creationId="{74AE5FC1-736A-D911-E21D-9B396460FFEE}"/>
          </ac:spMkLst>
        </pc:spChg>
        <pc:spChg chg="add mod">
          <ac:chgData name="羽霄 华" userId="93e3168b1be00cd9" providerId="LiveId" clId="{BBA72E14-E8F4-4C33-8EF2-6459A34DF3EB}" dt="2026-10-24T08:30:24.116" v="3360" actId="1035"/>
          <ac:spMkLst>
            <pc:docMk/>
            <pc:sldMk cId="166735287" sldId="2007578739"/>
            <ac:spMk id="18" creationId="{C43B89F0-79D0-F960-2298-DA548C8DD48B}"/>
          </ac:spMkLst>
        </pc:spChg>
        <pc:spChg chg="add mod">
          <ac:chgData name="羽霄 华" userId="93e3168b1be00cd9" providerId="LiveId" clId="{BBA72E14-E8F4-4C33-8EF2-6459A34DF3EB}" dt="2026-10-24T08:30:35.824" v="3377" actId="1076"/>
          <ac:spMkLst>
            <pc:docMk/>
            <pc:sldMk cId="166735287" sldId="2007578739"/>
            <ac:spMk id="19" creationId="{F38CC63E-E9B4-7533-484E-128FCAD71F1E}"/>
          </ac:spMkLst>
        </pc:spChg>
        <pc:graphicFrameChg chg="add del mod">
          <ac:chgData name="羽霄 华" userId="93e3168b1be00cd9" providerId="LiveId" clId="{BBA72E14-E8F4-4C33-8EF2-6459A34DF3EB}" dt="2026-10-24T08:27:26.211" v="3148" actId="478"/>
          <ac:graphicFrameMkLst>
            <pc:docMk/>
            <pc:sldMk cId="166735287" sldId="2007578739"/>
            <ac:graphicFrameMk id="2" creationId="{AC6EB77A-A9D6-6ED7-B72F-4F0743E3DC86}"/>
          </ac:graphicFrameMkLst>
        </pc:graphicFrameChg>
        <pc:picChg chg="del">
          <ac:chgData name="羽霄 华" userId="93e3168b1be00cd9" providerId="LiveId" clId="{BBA72E14-E8F4-4C33-8EF2-6459A34DF3EB}" dt="2026-10-24T08:22:09.283" v="3141" actId="478"/>
          <ac:picMkLst>
            <pc:docMk/>
            <pc:sldMk cId="166735287" sldId="2007578739"/>
            <ac:picMk id="3" creationId="{B8983139-0167-40B7-479F-EA8818DAA0B5}"/>
          </ac:picMkLst>
        </pc:picChg>
        <pc:picChg chg="add del mod">
          <ac:chgData name="羽霄 华" userId="93e3168b1be00cd9" providerId="LiveId" clId="{BBA72E14-E8F4-4C33-8EF2-6459A34DF3EB}" dt="2026-10-24T08:27:24.372" v="3147" actId="931"/>
          <ac:picMkLst>
            <pc:docMk/>
            <pc:sldMk cId="166735287" sldId="2007578739"/>
            <ac:picMk id="9" creationId="{D8B062B3-5535-5F2A-A5BA-CC6032E589CC}"/>
          </ac:picMkLst>
        </pc:picChg>
        <pc:picChg chg="add mod">
          <ac:chgData name="羽霄 华" userId="93e3168b1be00cd9" providerId="LiveId" clId="{BBA72E14-E8F4-4C33-8EF2-6459A34DF3EB}" dt="2026-10-24T08:28:40.268" v="3239" actId="1035"/>
          <ac:picMkLst>
            <pc:docMk/>
            <pc:sldMk cId="166735287" sldId="2007578739"/>
            <ac:picMk id="10" creationId="{0388FCF6-4462-022F-17A9-CCC3660C2F52}"/>
          </ac:picMkLst>
        </pc:picChg>
        <pc:picChg chg="add mod">
          <ac:chgData name="羽霄 华" userId="93e3168b1be00cd9" providerId="LiveId" clId="{BBA72E14-E8F4-4C33-8EF2-6459A34DF3EB}" dt="2026-10-24T08:28:43.702" v="3250" actId="1035"/>
          <ac:picMkLst>
            <pc:docMk/>
            <pc:sldMk cId="166735287" sldId="2007578739"/>
            <ac:picMk id="11" creationId="{F557846A-D6D7-56A4-D528-FC628ACC3C8E}"/>
          </ac:picMkLst>
        </pc:picChg>
        <pc:picChg chg="add mod">
          <ac:chgData name="羽霄 华" userId="93e3168b1be00cd9" providerId="LiveId" clId="{BBA72E14-E8F4-4C33-8EF2-6459A34DF3EB}" dt="2026-10-24T08:28:46.004" v="3251" actId="1076"/>
          <ac:picMkLst>
            <pc:docMk/>
            <pc:sldMk cId="166735287" sldId="2007578739"/>
            <ac:picMk id="12" creationId="{04CD5A28-EAD8-AA9F-485E-EADD5C64A7C4}"/>
          </ac:picMkLst>
        </pc:picChg>
        <pc:picChg chg="add del mod">
          <ac:chgData name="羽霄 华" userId="93e3168b1be00cd9" providerId="LiveId" clId="{BBA72E14-E8F4-4C33-8EF2-6459A34DF3EB}" dt="2026-10-24T08:29:22.464" v="3278" actId="478"/>
          <ac:picMkLst>
            <pc:docMk/>
            <pc:sldMk cId="166735287" sldId="2007578739"/>
            <ac:picMk id="15" creationId="{7C571A90-D8E8-FBBD-521A-3EB79EA54FBB}"/>
          </ac:picMkLst>
        </pc:picChg>
        <pc:picChg chg="add mod">
          <ac:chgData name="羽霄 华" userId="93e3168b1be00cd9" providerId="LiveId" clId="{BBA72E14-E8F4-4C33-8EF2-6459A34DF3EB}" dt="2026-10-24T08:59:55.859" v="4935" actId="1076"/>
          <ac:picMkLst>
            <pc:docMk/>
            <pc:sldMk cId="166735287" sldId="2007578739"/>
            <ac:picMk id="21" creationId="{7E62B743-441C-7EB8-18D1-B47795B8166B}"/>
          </ac:picMkLst>
        </pc:picChg>
      </pc:sldChg>
      <pc:sldChg chg="addSp delSp modSp mod">
        <pc:chgData name="羽霄 华" userId="93e3168b1be00cd9" providerId="LiveId" clId="{BBA72E14-E8F4-4C33-8EF2-6459A34DF3EB}" dt="2026-10-24T09:07:18.217" v="4959" actId="20577"/>
        <pc:sldMkLst>
          <pc:docMk/>
          <pc:sldMk cId="720167231" sldId="2007578740"/>
        </pc:sldMkLst>
        <pc:spChg chg="mod">
          <ac:chgData name="羽霄 华" userId="93e3168b1be00cd9" providerId="LiveId" clId="{BBA72E14-E8F4-4C33-8EF2-6459A34DF3EB}" dt="2026-10-24T08:32:52.338" v="3434" actId="207"/>
          <ac:spMkLst>
            <pc:docMk/>
            <pc:sldMk cId="720167231" sldId="2007578740"/>
            <ac:spMk id="4" creationId="{D3A9F772-D040-497C-B416-09DA66D91772}"/>
          </ac:spMkLst>
        </pc:spChg>
        <pc:spChg chg="del">
          <ac:chgData name="羽霄 华" userId="93e3168b1be00cd9" providerId="LiveId" clId="{BBA72E14-E8F4-4C33-8EF2-6459A34DF3EB}" dt="2026-10-24T08:32:41.807" v="3409" actId="478"/>
          <ac:spMkLst>
            <pc:docMk/>
            <pc:sldMk cId="720167231" sldId="2007578740"/>
            <ac:spMk id="9" creationId="{A134BC82-11F1-4BE2-B346-6811B97947B5}"/>
          </ac:spMkLst>
        </pc:spChg>
        <pc:spChg chg="add mod">
          <ac:chgData name="羽霄 华" userId="93e3168b1be00cd9" providerId="LiveId" clId="{BBA72E14-E8F4-4C33-8EF2-6459A34DF3EB}" dt="2026-10-24T08:48:37.028" v="4359" actId="1076"/>
          <ac:spMkLst>
            <pc:docMk/>
            <pc:sldMk cId="720167231" sldId="2007578740"/>
            <ac:spMk id="15" creationId="{5BE5DD75-F516-F649-9CEB-F1EC58A6489F}"/>
          </ac:spMkLst>
        </pc:spChg>
        <pc:graphicFrameChg chg="add del">
          <ac:chgData name="羽霄 华" userId="93e3168b1be00cd9" providerId="LiveId" clId="{BBA72E14-E8F4-4C33-8EF2-6459A34DF3EB}" dt="2026-10-24T08:33:14.594" v="3436" actId="3680"/>
          <ac:graphicFrameMkLst>
            <pc:docMk/>
            <pc:sldMk cId="720167231" sldId="2007578740"/>
            <ac:graphicFrameMk id="2" creationId="{CA701CF0-7955-C5D2-726D-C374501CC9FD}"/>
          </ac:graphicFrameMkLst>
        </pc:graphicFrameChg>
        <pc:graphicFrameChg chg="add mod modGraphic">
          <ac:chgData name="羽霄 华" userId="93e3168b1be00cd9" providerId="LiveId" clId="{BBA72E14-E8F4-4C33-8EF2-6459A34DF3EB}" dt="2026-10-24T09:07:18.217" v="4959" actId="20577"/>
          <ac:graphicFrameMkLst>
            <pc:docMk/>
            <pc:sldMk cId="720167231" sldId="2007578740"/>
            <ac:graphicFrameMk id="7" creationId="{C1FD5A7D-4129-5A6C-038C-6CFE436C77BC}"/>
          </ac:graphicFrameMkLst>
        </pc:graphicFrameChg>
        <pc:picChg chg="del">
          <ac:chgData name="羽霄 华" userId="93e3168b1be00cd9" providerId="LiveId" clId="{BBA72E14-E8F4-4C33-8EF2-6459A34DF3EB}" dt="2026-10-24T08:32:40.108" v="3408" actId="478"/>
          <ac:picMkLst>
            <pc:docMk/>
            <pc:sldMk cId="720167231" sldId="2007578740"/>
            <ac:picMk id="3" creationId="{CD570717-E5F7-29BD-CA8E-968B724408EA}"/>
          </ac:picMkLst>
        </pc:picChg>
        <pc:picChg chg="mod">
          <ac:chgData name="羽霄 华" userId="93e3168b1be00cd9" providerId="LiveId" clId="{BBA72E14-E8F4-4C33-8EF2-6459A34DF3EB}" dt="2026-10-24T08:49:02.464" v="4409" actId="1036"/>
          <ac:picMkLst>
            <pc:docMk/>
            <pc:sldMk cId="720167231" sldId="2007578740"/>
            <ac:picMk id="6" creationId="{24F6E7C9-4D96-49D0-A55A-A56D56A42F24}"/>
          </ac:picMkLst>
        </pc:picChg>
        <pc:picChg chg="add mod">
          <ac:chgData name="羽霄 华" userId="93e3168b1be00cd9" providerId="LiveId" clId="{BBA72E14-E8F4-4C33-8EF2-6459A34DF3EB}" dt="2026-10-24T08:40:20.752" v="3707" actId="1076"/>
          <ac:picMkLst>
            <pc:docMk/>
            <pc:sldMk cId="720167231" sldId="2007578740"/>
            <ac:picMk id="10" creationId="{494796A8-C10C-A233-4646-7C3765C99D2C}"/>
          </ac:picMkLst>
        </pc:picChg>
        <pc:picChg chg="add mod">
          <ac:chgData name="羽霄 华" userId="93e3168b1be00cd9" providerId="LiveId" clId="{BBA72E14-E8F4-4C33-8EF2-6459A34DF3EB}" dt="2026-10-24T08:40:17.526" v="3706" actId="1076"/>
          <ac:picMkLst>
            <pc:docMk/>
            <pc:sldMk cId="720167231" sldId="2007578740"/>
            <ac:picMk id="12" creationId="{81CEBEFA-9260-C2AE-09CF-CFCD2EC52A69}"/>
          </ac:picMkLst>
        </pc:picChg>
        <pc:picChg chg="add mod">
          <ac:chgData name="羽霄 华" userId="93e3168b1be00cd9" providerId="LiveId" clId="{BBA72E14-E8F4-4C33-8EF2-6459A34DF3EB}" dt="2026-10-24T08:40:38.827" v="3712" actId="1076"/>
          <ac:picMkLst>
            <pc:docMk/>
            <pc:sldMk cId="720167231" sldId="2007578740"/>
            <ac:picMk id="14" creationId="{19026ABC-BCAE-ABFD-2922-1EB00CF551A9}"/>
          </ac:picMkLst>
        </pc:picChg>
      </pc:sldChg>
      <pc:sldChg chg="modSp mod">
        <pc:chgData name="羽霄 华" userId="93e3168b1be00cd9" providerId="LiveId" clId="{BBA72E14-E8F4-4C33-8EF2-6459A34DF3EB}" dt="2026-10-24T08:13:31.257" v="2904" actId="20577"/>
        <pc:sldMkLst>
          <pc:docMk/>
          <pc:sldMk cId="2618080952" sldId="2007578741"/>
        </pc:sldMkLst>
        <pc:spChg chg="mod">
          <ac:chgData name="羽霄 华" userId="93e3168b1be00cd9" providerId="LiveId" clId="{BBA72E14-E8F4-4C33-8EF2-6459A34DF3EB}" dt="2026-10-24T08:13:26.106" v="2898" actId="20577"/>
          <ac:spMkLst>
            <pc:docMk/>
            <pc:sldMk cId="2618080952" sldId="2007578741"/>
            <ac:spMk id="2" creationId="{FB7E4069-97FE-AFA5-AEDE-8A4F69C807FD}"/>
          </ac:spMkLst>
        </pc:spChg>
        <pc:spChg chg="mod">
          <ac:chgData name="羽霄 华" userId="93e3168b1be00cd9" providerId="LiveId" clId="{BBA72E14-E8F4-4C33-8EF2-6459A34DF3EB}" dt="2026-10-24T08:11:11.335" v="2553" actId="20577"/>
          <ac:spMkLst>
            <pc:docMk/>
            <pc:sldMk cId="2618080952" sldId="2007578741"/>
            <ac:spMk id="4" creationId="{D3A9F772-D040-497C-B416-09DA66D91772}"/>
          </ac:spMkLst>
        </pc:spChg>
        <pc:spChg chg="mod">
          <ac:chgData name="羽霄 华" userId="93e3168b1be00cd9" providerId="LiveId" clId="{BBA72E14-E8F4-4C33-8EF2-6459A34DF3EB}" dt="2026-10-24T08:11:21.705" v="2570" actId="20577"/>
          <ac:spMkLst>
            <pc:docMk/>
            <pc:sldMk cId="2618080952" sldId="2007578741"/>
            <ac:spMk id="11" creationId="{D2A26571-0C35-4949-A95D-21DB1ECD0FCB}"/>
          </ac:spMkLst>
        </pc:spChg>
        <pc:spChg chg="mod">
          <ac:chgData name="羽霄 华" userId="93e3168b1be00cd9" providerId="LiveId" clId="{BBA72E14-E8F4-4C33-8EF2-6459A34DF3EB}" dt="2026-10-24T08:11:55.994" v="2670" actId="20577"/>
          <ac:spMkLst>
            <pc:docMk/>
            <pc:sldMk cId="2618080952" sldId="2007578741"/>
            <ac:spMk id="20" creationId="{8637547D-1B90-4B87-8F16-9692307467F2}"/>
          </ac:spMkLst>
        </pc:spChg>
        <pc:spChg chg="mod">
          <ac:chgData name="羽霄 华" userId="93e3168b1be00cd9" providerId="LiveId" clId="{BBA72E14-E8F4-4C33-8EF2-6459A34DF3EB}" dt="2026-10-24T08:11:45.858" v="2643" actId="20577"/>
          <ac:spMkLst>
            <pc:docMk/>
            <pc:sldMk cId="2618080952" sldId="2007578741"/>
            <ac:spMk id="21" creationId="{3D3A45BA-0D35-445B-9ED9-991C998ABACE}"/>
          </ac:spMkLst>
        </pc:spChg>
        <pc:spChg chg="mod">
          <ac:chgData name="羽霄 华" userId="93e3168b1be00cd9" providerId="LiveId" clId="{BBA72E14-E8F4-4C33-8EF2-6459A34DF3EB}" dt="2026-10-24T08:13:10.196" v="2844" actId="1076"/>
          <ac:spMkLst>
            <pc:docMk/>
            <pc:sldMk cId="2618080952" sldId="2007578741"/>
            <ac:spMk id="34" creationId="{11AA92CA-B3AB-4955-AB44-C36811006C00}"/>
          </ac:spMkLst>
        </pc:spChg>
        <pc:spChg chg="mod">
          <ac:chgData name="羽霄 华" userId="93e3168b1be00cd9" providerId="LiveId" clId="{BBA72E14-E8F4-4C33-8EF2-6459A34DF3EB}" dt="2026-10-24T08:13:31.257" v="2904" actId="20577"/>
          <ac:spMkLst>
            <pc:docMk/>
            <pc:sldMk cId="2618080952" sldId="2007578741"/>
            <ac:spMk id="51" creationId="{6F6DF6A0-52AA-40B6-9484-4BCD69434C70}"/>
          </ac:spMkLst>
        </pc:spChg>
      </pc:sldChg>
      <pc:sldChg chg="del">
        <pc:chgData name="羽霄 华" userId="93e3168b1be00cd9" providerId="LiveId" clId="{BBA72E14-E8F4-4C33-8EF2-6459A34DF3EB}" dt="2026-10-24T08:49:18.650" v="4410" actId="47"/>
        <pc:sldMkLst>
          <pc:docMk/>
          <pc:sldMk cId="2987856561" sldId="2007578742"/>
        </pc:sldMkLst>
      </pc:sldChg>
      <pc:sldChg chg="addSp delSp modSp add mod">
        <pc:chgData name="羽霄 华" userId="93e3168b1be00cd9" providerId="LiveId" clId="{BBA72E14-E8F4-4C33-8EF2-6459A34DF3EB}" dt="2026-10-24T08:54:28.925" v="4713" actId="14100"/>
        <pc:sldMkLst>
          <pc:docMk/>
          <pc:sldMk cId="3936189644" sldId="2007578743"/>
        </pc:sldMkLst>
        <pc:spChg chg="mod">
          <ac:chgData name="羽霄 华" userId="93e3168b1be00cd9" providerId="LiveId" clId="{BBA72E14-E8F4-4C33-8EF2-6459A34DF3EB}" dt="2026-10-24T08:03:36.948" v="2413"/>
          <ac:spMkLst>
            <pc:docMk/>
            <pc:sldMk cId="3936189644" sldId="2007578743"/>
            <ac:spMk id="4" creationId="{53C1CF98-B8E0-CEE6-2D5B-B7730CAAACFA}"/>
          </ac:spMkLst>
        </pc:spChg>
        <pc:spChg chg="del">
          <ac:chgData name="羽霄 华" userId="93e3168b1be00cd9" providerId="LiveId" clId="{BBA72E14-E8F4-4C33-8EF2-6459A34DF3EB}" dt="2026-10-24T08:03:06.083" v="2345" actId="478"/>
          <ac:spMkLst>
            <pc:docMk/>
            <pc:sldMk cId="3936189644" sldId="2007578743"/>
            <ac:spMk id="8" creationId="{F0881A20-D4AF-5627-5C8B-E50FEE2DD8F7}"/>
          </ac:spMkLst>
        </pc:spChg>
        <pc:spChg chg="del">
          <ac:chgData name="羽霄 华" userId="93e3168b1be00cd9" providerId="LiveId" clId="{BBA72E14-E8F4-4C33-8EF2-6459A34DF3EB}" dt="2026-10-24T08:03:04.434" v="2344" actId="478"/>
          <ac:spMkLst>
            <pc:docMk/>
            <pc:sldMk cId="3936189644" sldId="2007578743"/>
            <ac:spMk id="9" creationId="{5AE1CEFC-98B7-E220-D1C2-22B551764E27}"/>
          </ac:spMkLst>
        </pc:spChg>
        <pc:spChg chg="del">
          <ac:chgData name="羽霄 华" userId="93e3168b1be00cd9" providerId="LiveId" clId="{BBA72E14-E8F4-4C33-8EF2-6459A34DF3EB}" dt="2026-10-24T08:02:59.804" v="2341" actId="478"/>
          <ac:spMkLst>
            <pc:docMk/>
            <pc:sldMk cId="3936189644" sldId="2007578743"/>
            <ac:spMk id="29" creationId="{52893D72-5865-9A1C-0266-6F258569D7B6}"/>
          </ac:spMkLst>
        </pc:spChg>
        <pc:spChg chg="del">
          <ac:chgData name="羽霄 华" userId="93e3168b1be00cd9" providerId="LiveId" clId="{BBA72E14-E8F4-4C33-8EF2-6459A34DF3EB}" dt="2026-10-24T08:02:56.579" v="2340" actId="478"/>
          <ac:spMkLst>
            <pc:docMk/>
            <pc:sldMk cId="3936189644" sldId="2007578743"/>
            <ac:spMk id="30" creationId="{1AAFF12D-5A68-DEF1-6ADD-C2D48D085D23}"/>
          </ac:spMkLst>
        </pc:spChg>
        <pc:spChg chg="del">
          <ac:chgData name="羽霄 华" userId="93e3168b1be00cd9" providerId="LiveId" clId="{BBA72E14-E8F4-4C33-8EF2-6459A34DF3EB}" dt="2026-10-24T08:03:01.350" v="2342" actId="478"/>
          <ac:spMkLst>
            <pc:docMk/>
            <pc:sldMk cId="3936189644" sldId="2007578743"/>
            <ac:spMk id="36" creationId="{3C10BFB7-C7B0-72EE-6125-A9368CC4D9E7}"/>
          </ac:spMkLst>
        </pc:spChg>
        <pc:spChg chg="del">
          <ac:chgData name="羽霄 华" userId="93e3168b1be00cd9" providerId="LiveId" clId="{BBA72E14-E8F4-4C33-8EF2-6459A34DF3EB}" dt="2026-10-24T08:02:56.579" v="2340" actId="478"/>
          <ac:spMkLst>
            <pc:docMk/>
            <pc:sldMk cId="3936189644" sldId="2007578743"/>
            <ac:spMk id="37" creationId="{92E3E800-D10E-439F-D11F-5D649B677E62}"/>
          </ac:spMkLst>
        </pc:spChg>
        <pc:picChg chg="del">
          <ac:chgData name="羽霄 华" userId="93e3168b1be00cd9" providerId="LiveId" clId="{BBA72E14-E8F4-4C33-8EF2-6459A34DF3EB}" dt="2026-10-24T08:02:56.579" v="2340" actId="478"/>
          <ac:picMkLst>
            <pc:docMk/>
            <pc:sldMk cId="3936189644" sldId="2007578743"/>
            <ac:picMk id="3" creationId="{A76A24AA-E2F2-0E71-AED7-B70EBCC8A4A4}"/>
          </ac:picMkLst>
        </pc:picChg>
        <pc:picChg chg="add mod">
          <ac:chgData name="羽霄 华" userId="93e3168b1be00cd9" providerId="LiveId" clId="{BBA72E14-E8F4-4C33-8EF2-6459A34DF3EB}" dt="2026-10-24T08:54:28.925" v="4713" actId="14100"/>
          <ac:picMkLst>
            <pc:docMk/>
            <pc:sldMk cId="3936189644" sldId="2007578743"/>
            <ac:picMk id="7" creationId="{8B7EB7EE-90EA-35AF-3BAD-EA489AD2C8BA}"/>
          </ac:picMkLst>
        </pc:picChg>
        <pc:picChg chg="del">
          <ac:chgData name="羽霄 华" userId="93e3168b1be00cd9" providerId="LiveId" clId="{BBA72E14-E8F4-4C33-8EF2-6459A34DF3EB}" dt="2026-10-24T08:02:56.579" v="2340" actId="478"/>
          <ac:picMkLst>
            <pc:docMk/>
            <pc:sldMk cId="3936189644" sldId="2007578743"/>
            <ac:picMk id="35" creationId="{6622F123-6B47-6E56-7950-E2344042B914}"/>
          </ac:picMkLst>
        </pc:picChg>
        <pc:picChg chg="del">
          <ac:chgData name="羽霄 华" userId="93e3168b1be00cd9" providerId="LiveId" clId="{BBA72E14-E8F4-4C33-8EF2-6459A34DF3EB}" dt="2026-10-24T08:02:54.545" v="2339" actId="478"/>
          <ac:picMkLst>
            <pc:docMk/>
            <pc:sldMk cId="3936189644" sldId="2007578743"/>
            <ac:picMk id="47" creationId="{5FA58488-51B6-4739-B356-59E672424145}"/>
          </ac:picMkLst>
        </pc:picChg>
        <pc:cxnChg chg="del">
          <ac:chgData name="羽霄 华" userId="93e3168b1be00cd9" providerId="LiveId" clId="{BBA72E14-E8F4-4C33-8EF2-6459A34DF3EB}" dt="2026-10-24T08:02:56.579" v="2340" actId="478"/>
          <ac:cxnSpMkLst>
            <pc:docMk/>
            <pc:sldMk cId="3936189644" sldId="2007578743"/>
            <ac:cxnSpMk id="14" creationId="{A086D532-F352-B828-54B1-840CDE54D348}"/>
          </ac:cxnSpMkLst>
        </pc:cxnChg>
        <pc:cxnChg chg="del">
          <ac:chgData name="羽霄 华" userId="93e3168b1be00cd9" providerId="LiveId" clId="{BBA72E14-E8F4-4C33-8EF2-6459A34DF3EB}" dt="2026-10-24T08:02:56.579" v="2340" actId="478"/>
          <ac:cxnSpMkLst>
            <pc:docMk/>
            <pc:sldMk cId="3936189644" sldId="2007578743"/>
            <ac:cxnSpMk id="31" creationId="{6E57BBF4-2D46-229C-C478-4524F520430E}"/>
          </ac:cxnSpMkLst>
        </pc:cxnChg>
        <pc:cxnChg chg="del">
          <ac:chgData name="羽霄 华" userId="93e3168b1be00cd9" providerId="LiveId" clId="{BBA72E14-E8F4-4C33-8EF2-6459A34DF3EB}" dt="2026-10-24T08:03:02.131" v="2343" actId="478"/>
          <ac:cxnSpMkLst>
            <pc:docMk/>
            <pc:sldMk cId="3936189644" sldId="2007578743"/>
            <ac:cxnSpMk id="38" creationId="{4DDB9734-2B4E-050E-9506-05BA7415A9EA}"/>
          </ac:cxnSpMkLst>
        </pc:cxnChg>
      </pc:sldChg>
      <pc:sldChg chg="add">
        <pc:chgData name="羽霄 华" userId="93e3168b1be00cd9" providerId="LiveId" clId="{BBA72E14-E8F4-4C33-8EF2-6459A34DF3EB}" dt="2026-10-24T08:21:50.185" v="3101"/>
        <pc:sldMkLst>
          <pc:docMk/>
          <pc:sldMk cId="968155392" sldId="2007578744"/>
        </pc:sldMkLst>
      </pc:sldChg>
      <pc:sldChg chg="new del">
        <pc:chgData name="羽霄 华" userId="93e3168b1be00cd9" providerId="LiveId" clId="{BBA72E14-E8F4-4C33-8EF2-6459A34DF3EB}" dt="2026-10-24T08:30:48.406" v="3380" actId="47"/>
        <pc:sldMkLst>
          <pc:docMk/>
          <pc:sldMk cId="1881650155" sldId="2007578745"/>
        </pc:sldMkLst>
      </pc:sldChg>
      <pc:sldChg chg="addSp delSp modSp add mod">
        <pc:chgData name="羽霄 华" userId="93e3168b1be00cd9" providerId="LiveId" clId="{BBA72E14-E8F4-4C33-8EF2-6459A34DF3EB}" dt="2026-10-24T08:32:30.291" v="3407" actId="1076"/>
        <pc:sldMkLst>
          <pc:docMk/>
          <pc:sldMk cId="596279736" sldId="2007578746"/>
        </pc:sldMkLst>
        <pc:spChg chg="mod">
          <ac:chgData name="羽霄 华" userId="93e3168b1be00cd9" providerId="LiveId" clId="{BBA72E14-E8F4-4C33-8EF2-6459A34DF3EB}" dt="2026-10-24T08:30:53.215" v="3389" actId="20577"/>
          <ac:spMkLst>
            <pc:docMk/>
            <pc:sldMk cId="596279736" sldId="2007578746"/>
            <ac:spMk id="4" creationId="{9D86655A-EAE5-AECD-DE1F-77FD0618C465}"/>
          </ac:spMkLst>
        </pc:spChg>
        <pc:picChg chg="add mod">
          <ac:chgData name="羽霄 华" userId="93e3168b1be00cd9" providerId="LiveId" clId="{BBA72E14-E8F4-4C33-8EF2-6459A34DF3EB}" dt="2026-10-24T08:31:31.987" v="3393" actId="1076"/>
          <ac:picMkLst>
            <pc:docMk/>
            <pc:sldMk cId="596279736" sldId="2007578746"/>
            <ac:picMk id="2" creationId="{3233829E-908D-E4F2-23F3-96362D6079A4}"/>
          </ac:picMkLst>
        </pc:picChg>
        <pc:picChg chg="add mod">
          <ac:chgData name="羽霄 华" userId="93e3168b1be00cd9" providerId="LiveId" clId="{BBA72E14-E8F4-4C33-8EF2-6459A34DF3EB}" dt="2026-10-24T08:31:46.089" v="3396" actId="1076"/>
          <ac:picMkLst>
            <pc:docMk/>
            <pc:sldMk cId="596279736" sldId="2007578746"/>
            <ac:picMk id="3" creationId="{6FB4C5DE-BAEC-73B9-474E-B3AC26058239}"/>
          </ac:picMkLst>
        </pc:picChg>
        <pc:picChg chg="add mod">
          <ac:chgData name="羽霄 华" userId="93e3168b1be00cd9" providerId="LiveId" clId="{BBA72E14-E8F4-4C33-8EF2-6459A34DF3EB}" dt="2026-10-24T08:31:59.915" v="3399" actId="1076"/>
          <ac:picMkLst>
            <pc:docMk/>
            <pc:sldMk cId="596279736" sldId="2007578746"/>
            <ac:picMk id="7" creationId="{55C4C4B5-7683-B7EC-01D3-FF85C4FD2E08}"/>
          </ac:picMkLst>
        </pc:picChg>
        <pc:picChg chg="add mod">
          <ac:chgData name="羽霄 华" userId="93e3168b1be00cd9" providerId="LiveId" clId="{BBA72E14-E8F4-4C33-8EF2-6459A34DF3EB}" dt="2026-10-24T08:32:15.913" v="3403" actId="1076"/>
          <ac:picMkLst>
            <pc:docMk/>
            <pc:sldMk cId="596279736" sldId="2007578746"/>
            <ac:picMk id="8" creationId="{F9B9969D-5649-C85F-D6A0-1B52D50317D9}"/>
          </ac:picMkLst>
        </pc:picChg>
        <pc:picChg chg="add mod">
          <ac:chgData name="羽霄 华" userId="93e3168b1be00cd9" providerId="LiveId" clId="{BBA72E14-E8F4-4C33-8EF2-6459A34DF3EB}" dt="2026-10-24T08:32:30.291" v="3407" actId="1076"/>
          <ac:picMkLst>
            <pc:docMk/>
            <pc:sldMk cId="596279736" sldId="2007578746"/>
            <ac:picMk id="9" creationId="{DADC2FC8-26E4-04B7-BF8C-F4961E2C1E6C}"/>
          </ac:picMkLst>
        </pc:picChg>
        <pc:picChg chg="del">
          <ac:chgData name="羽霄 华" userId="93e3168b1be00cd9" providerId="LiveId" clId="{BBA72E14-E8F4-4C33-8EF2-6459A34DF3EB}" dt="2026-10-24T08:31:22.895" v="3391" actId="478"/>
          <ac:picMkLst>
            <pc:docMk/>
            <pc:sldMk cId="596279736" sldId="2007578746"/>
            <ac:picMk id="10" creationId="{B8647E76-4B90-D3B2-9B37-9571CC7EF697}"/>
          </ac:picMkLst>
        </pc:picChg>
        <pc:picChg chg="del">
          <ac:chgData name="羽霄 华" userId="93e3168b1be00cd9" providerId="LiveId" clId="{BBA72E14-E8F4-4C33-8EF2-6459A34DF3EB}" dt="2026-10-24T08:32:06.171" v="3400" actId="478"/>
          <ac:picMkLst>
            <pc:docMk/>
            <pc:sldMk cId="596279736" sldId="2007578746"/>
            <ac:picMk id="11" creationId="{E67A2407-B663-A311-CA59-4B17FB2FE682}"/>
          </ac:picMkLst>
        </pc:picChg>
        <pc:picChg chg="del">
          <ac:chgData name="羽霄 华" userId="93e3168b1be00cd9" providerId="LiveId" clId="{BBA72E14-E8F4-4C33-8EF2-6459A34DF3EB}" dt="2026-10-24T08:32:21.117" v="3404" actId="478"/>
          <ac:picMkLst>
            <pc:docMk/>
            <pc:sldMk cId="596279736" sldId="2007578746"/>
            <ac:picMk id="12" creationId="{ED2D6538-449F-5CBE-1055-67DA045DB7BF}"/>
          </ac:picMkLst>
        </pc:picChg>
      </pc:sldChg>
      <pc:sldChg chg="addSp delSp modSp add mod">
        <pc:chgData name="羽霄 华" userId="93e3168b1be00cd9" providerId="LiveId" clId="{BBA72E14-E8F4-4C33-8EF2-6459A34DF3EB}" dt="2026-10-24T08:47:48.604" v="4270" actId="1076"/>
        <pc:sldMkLst>
          <pc:docMk/>
          <pc:sldMk cId="465228577" sldId="2007578747"/>
        </pc:sldMkLst>
        <pc:spChg chg="mod">
          <ac:chgData name="羽霄 华" userId="93e3168b1be00cd9" providerId="LiveId" clId="{BBA72E14-E8F4-4C33-8EF2-6459A34DF3EB}" dt="2026-10-24T08:41:30.577" v="3768" actId="14100"/>
          <ac:spMkLst>
            <pc:docMk/>
            <pc:sldMk cId="465228577" sldId="2007578747"/>
            <ac:spMk id="4" creationId="{6BCAE5A1-3145-588A-DEED-82325DF1F1F1}"/>
          </ac:spMkLst>
        </pc:spChg>
        <pc:spChg chg="add mod">
          <ac:chgData name="羽霄 华" userId="93e3168b1be00cd9" providerId="LiveId" clId="{BBA72E14-E8F4-4C33-8EF2-6459A34DF3EB}" dt="2026-10-24T08:42:43.095" v="3852" actId="1076"/>
          <ac:spMkLst>
            <pc:docMk/>
            <pc:sldMk cId="465228577" sldId="2007578747"/>
            <ac:spMk id="12" creationId="{B9619E50-F951-F825-0712-286DC615767F}"/>
          </ac:spMkLst>
        </pc:spChg>
        <pc:spChg chg="del">
          <ac:chgData name="羽霄 华" userId="93e3168b1be00cd9" providerId="LiveId" clId="{BBA72E14-E8F4-4C33-8EF2-6459A34DF3EB}" dt="2026-10-24T08:41:34.191" v="3769" actId="478"/>
          <ac:spMkLst>
            <pc:docMk/>
            <pc:sldMk cId="465228577" sldId="2007578747"/>
            <ac:spMk id="13" creationId="{F7C726EF-E1D3-6299-3406-24C945E9AD57}"/>
          </ac:spMkLst>
        </pc:spChg>
        <pc:spChg chg="del">
          <ac:chgData name="羽霄 华" userId="93e3168b1be00cd9" providerId="LiveId" clId="{BBA72E14-E8F4-4C33-8EF2-6459A34DF3EB}" dt="2026-10-24T08:41:34.191" v="3769" actId="478"/>
          <ac:spMkLst>
            <pc:docMk/>
            <pc:sldMk cId="465228577" sldId="2007578747"/>
            <ac:spMk id="14" creationId="{5016F8E3-0213-CCE3-353D-C09E7379AF4B}"/>
          </ac:spMkLst>
        </pc:spChg>
        <pc:spChg chg="add mod">
          <ac:chgData name="羽霄 华" userId="93e3168b1be00cd9" providerId="LiveId" clId="{BBA72E14-E8F4-4C33-8EF2-6459A34DF3EB}" dt="2026-10-24T08:44:43.675" v="4036" actId="1076"/>
          <ac:spMkLst>
            <pc:docMk/>
            <pc:sldMk cId="465228577" sldId="2007578747"/>
            <ac:spMk id="15" creationId="{4E248246-12BA-5728-5F8E-FD2C45352255}"/>
          </ac:spMkLst>
        </pc:spChg>
        <pc:spChg chg="del">
          <ac:chgData name="羽霄 华" userId="93e3168b1be00cd9" providerId="LiveId" clId="{BBA72E14-E8F4-4C33-8EF2-6459A34DF3EB}" dt="2026-10-24T08:41:34.191" v="3769" actId="478"/>
          <ac:spMkLst>
            <pc:docMk/>
            <pc:sldMk cId="465228577" sldId="2007578747"/>
            <ac:spMk id="16" creationId="{B9031545-76E0-367B-DD3B-FA8817AF44EA}"/>
          </ac:spMkLst>
        </pc:spChg>
        <pc:spChg chg="del">
          <ac:chgData name="羽霄 华" userId="93e3168b1be00cd9" providerId="LiveId" clId="{BBA72E14-E8F4-4C33-8EF2-6459A34DF3EB}" dt="2026-10-24T08:41:34.191" v="3769" actId="478"/>
          <ac:spMkLst>
            <pc:docMk/>
            <pc:sldMk cId="465228577" sldId="2007578747"/>
            <ac:spMk id="17" creationId="{4E40AE30-34A5-907F-589E-2ECBBE877073}"/>
          </ac:spMkLst>
        </pc:spChg>
        <pc:spChg chg="del">
          <ac:chgData name="羽霄 华" userId="93e3168b1be00cd9" providerId="LiveId" clId="{BBA72E14-E8F4-4C33-8EF2-6459A34DF3EB}" dt="2026-10-24T08:41:34.191" v="3769" actId="478"/>
          <ac:spMkLst>
            <pc:docMk/>
            <pc:sldMk cId="465228577" sldId="2007578747"/>
            <ac:spMk id="18" creationId="{425B92BD-C8CD-82AC-0B61-ED3D79AEF9A4}"/>
          </ac:spMkLst>
        </pc:spChg>
        <pc:spChg chg="del">
          <ac:chgData name="羽霄 华" userId="93e3168b1be00cd9" providerId="LiveId" clId="{BBA72E14-E8F4-4C33-8EF2-6459A34DF3EB}" dt="2026-10-24T08:41:34.191" v="3769" actId="478"/>
          <ac:spMkLst>
            <pc:docMk/>
            <pc:sldMk cId="465228577" sldId="2007578747"/>
            <ac:spMk id="19" creationId="{A78755BF-6EAF-8904-CD28-A956404A292E}"/>
          </ac:spMkLst>
        </pc:spChg>
        <pc:spChg chg="add mod">
          <ac:chgData name="羽霄 华" userId="93e3168b1be00cd9" providerId="LiveId" clId="{BBA72E14-E8F4-4C33-8EF2-6459A34DF3EB}" dt="2026-10-24T08:47:44.834" v="4269" actId="1076"/>
          <ac:spMkLst>
            <pc:docMk/>
            <pc:sldMk cId="465228577" sldId="2007578747"/>
            <ac:spMk id="22" creationId="{B0AD7054-3258-C0B1-E1B0-2270B6174767}"/>
          </ac:spMkLst>
        </pc:spChg>
        <pc:picChg chg="del">
          <ac:chgData name="羽霄 华" userId="93e3168b1be00cd9" providerId="LiveId" clId="{BBA72E14-E8F4-4C33-8EF2-6459A34DF3EB}" dt="2026-10-24T08:41:34.191" v="3769" actId="478"/>
          <ac:picMkLst>
            <pc:docMk/>
            <pc:sldMk cId="465228577" sldId="2007578747"/>
            <ac:picMk id="2" creationId="{3E536B80-40C7-D8C9-F0A1-65BF3BBCE654}"/>
          </ac:picMkLst>
        </pc:picChg>
        <pc:picChg chg="del">
          <ac:chgData name="羽霄 华" userId="93e3168b1be00cd9" providerId="LiveId" clId="{BBA72E14-E8F4-4C33-8EF2-6459A34DF3EB}" dt="2026-10-24T08:41:34.191" v="3769" actId="478"/>
          <ac:picMkLst>
            <pc:docMk/>
            <pc:sldMk cId="465228577" sldId="2007578747"/>
            <ac:picMk id="3" creationId="{5CB012F0-FEF9-B6C4-3217-B70BC392F78B}"/>
          </ac:picMkLst>
        </pc:picChg>
        <pc:picChg chg="del">
          <ac:chgData name="羽霄 华" userId="93e3168b1be00cd9" providerId="LiveId" clId="{BBA72E14-E8F4-4C33-8EF2-6459A34DF3EB}" dt="2026-10-24T08:41:34.191" v="3769" actId="478"/>
          <ac:picMkLst>
            <pc:docMk/>
            <pc:sldMk cId="465228577" sldId="2007578747"/>
            <ac:picMk id="8" creationId="{F81E6F49-4F8C-0844-9BD1-C062B3099908}"/>
          </ac:picMkLst>
        </pc:picChg>
        <pc:picChg chg="del">
          <ac:chgData name="羽霄 华" userId="93e3168b1be00cd9" providerId="LiveId" clId="{BBA72E14-E8F4-4C33-8EF2-6459A34DF3EB}" dt="2026-10-24T08:41:34.191" v="3769" actId="478"/>
          <ac:picMkLst>
            <pc:docMk/>
            <pc:sldMk cId="465228577" sldId="2007578747"/>
            <ac:picMk id="9" creationId="{6957EC2A-D619-596B-CDC7-D3B9F91C15D8}"/>
          </ac:picMkLst>
        </pc:picChg>
        <pc:picChg chg="add mod">
          <ac:chgData name="羽霄 华" userId="93e3168b1be00cd9" providerId="LiveId" clId="{BBA72E14-E8F4-4C33-8EF2-6459A34DF3EB}" dt="2026-10-24T08:42:00.862" v="3777" actId="1076"/>
          <ac:picMkLst>
            <pc:docMk/>
            <pc:sldMk cId="465228577" sldId="2007578747"/>
            <ac:picMk id="11" creationId="{736113CA-1BC9-6569-44CA-EC846D23DED8}"/>
          </ac:picMkLst>
        </pc:picChg>
        <pc:picChg chg="add mod">
          <ac:chgData name="羽霄 华" userId="93e3168b1be00cd9" providerId="LiveId" clId="{BBA72E14-E8F4-4C33-8EF2-6459A34DF3EB}" dt="2026-10-24T08:46:53.596" v="4259" actId="1076"/>
          <ac:picMkLst>
            <pc:docMk/>
            <pc:sldMk cId="465228577" sldId="2007578747"/>
            <ac:picMk id="21" creationId="{B380EB09-B2CA-2174-3BB2-B9A56BA75576}"/>
          </ac:picMkLst>
        </pc:picChg>
        <pc:picChg chg="add mod">
          <ac:chgData name="羽霄 华" userId="93e3168b1be00cd9" providerId="LiveId" clId="{BBA72E14-E8F4-4C33-8EF2-6459A34DF3EB}" dt="2026-10-24T08:47:48.604" v="4270" actId="1076"/>
          <ac:picMkLst>
            <pc:docMk/>
            <pc:sldMk cId="465228577" sldId="2007578747"/>
            <ac:picMk id="24" creationId="{227A5A36-8641-A1E0-E587-C60607E04D5A}"/>
          </ac:picMkLst>
        </pc:picChg>
      </pc:sldChg>
      <pc:sldChg chg="addSp delSp modSp add mod">
        <pc:chgData name="羽霄 华" userId="93e3168b1be00cd9" providerId="LiveId" clId="{BBA72E14-E8F4-4C33-8EF2-6459A34DF3EB}" dt="2026-10-24T08:54:14.235" v="4711" actId="14100"/>
        <pc:sldMkLst>
          <pc:docMk/>
          <pc:sldMk cId="3710379838" sldId="2007578748"/>
        </pc:sldMkLst>
        <pc:spChg chg="mod">
          <ac:chgData name="羽霄 华" userId="93e3168b1be00cd9" providerId="LiveId" clId="{BBA72E14-E8F4-4C33-8EF2-6459A34DF3EB}" dt="2026-10-24T08:54:14.235" v="4711" actId="14100"/>
          <ac:spMkLst>
            <pc:docMk/>
            <pc:sldMk cId="3710379838" sldId="2007578748"/>
            <ac:spMk id="4" creationId="{B73DE0B2-CB9F-7807-B3C8-CC0315FF3777}"/>
          </ac:spMkLst>
        </pc:spChg>
        <pc:picChg chg="add mod">
          <ac:chgData name="羽霄 华" userId="93e3168b1be00cd9" providerId="LiveId" clId="{BBA72E14-E8F4-4C33-8EF2-6459A34DF3EB}" dt="2026-10-24T08:54:03.781" v="4700" actId="14100"/>
          <ac:picMkLst>
            <pc:docMk/>
            <pc:sldMk cId="3710379838" sldId="2007578748"/>
            <ac:picMk id="3" creationId="{6E4B6217-259C-9BB0-F8A4-371225778D85}"/>
          </ac:picMkLst>
        </pc:picChg>
        <pc:picChg chg="del">
          <ac:chgData name="羽霄 华" userId="93e3168b1be00cd9" providerId="LiveId" clId="{BBA72E14-E8F4-4C33-8EF2-6459A34DF3EB}" dt="2026-10-24T08:53:40.679" v="4691" actId="478"/>
          <ac:picMkLst>
            <pc:docMk/>
            <pc:sldMk cId="3710379838" sldId="2007578748"/>
            <ac:picMk id="23" creationId="{DF275B37-5799-3EF3-E939-79BAA799EE84}"/>
          </ac:picMkLst>
        </pc:picChg>
        <pc:picChg chg="del">
          <ac:chgData name="羽霄 华" userId="93e3168b1be00cd9" providerId="LiveId" clId="{BBA72E14-E8F4-4C33-8EF2-6459A34DF3EB}" dt="2026-10-24T08:53:41.388" v="4692" actId="478"/>
          <ac:picMkLst>
            <pc:docMk/>
            <pc:sldMk cId="3710379838" sldId="2007578748"/>
            <ac:picMk id="27" creationId="{DC1B7002-06EC-D2A5-1B6A-67DA446AC515}"/>
          </ac:picMkLst>
        </pc:picChg>
        <pc:picChg chg="del">
          <ac:chgData name="羽霄 华" userId="93e3168b1be00cd9" providerId="LiveId" clId="{BBA72E14-E8F4-4C33-8EF2-6459A34DF3EB}" dt="2026-10-24T08:53:42.072" v="4693" actId="478"/>
          <ac:picMkLst>
            <pc:docMk/>
            <pc:sldMk cId="3710379838" sldId="2007578748"/>
            <ac:picMk id="29" creationId="{14DD6B5C-38EE-5429-ED43-4D7E3BEDAFA1}"/>
          </ac:picMkLst>
        </pc:picChg>
        <pc:picChg chg="del">
          <ac:chgData name="羽霄 华" userId="93e3168b1be00cd9" providerId="LiveId" clId="{BBA72E14-E8F4-4C33-8EF2-6459A34DF3EB}" dt="2026-10-24T08:53:42.564" v="4694" actId="478"/>
          <ac:picMkLst>
            <pc:docMk/>
            <pc:sldMk cId="3710379838" sldId="2007578748"/>
            <ac:picMk id="31" creationId="{FF004652-DA6E-0CD1-1C1D-B71790AE02B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FDED1A-CBE1-401A-BD02-DECF7F55689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6E94714-159D-4EAC-B810-6D709DB9985C}">
      <dgm:prSet phldrT="[文本]"/>
      <dgm:spPr/>
      <dgm:t>
        <a:bodyPr/>
        <a:lstStyle/>
        <a:p>
          <a:pPr>
            <a:buClrTx/>
            <a:buSzTx/>
            <a:buFontTx/>
            <a:buChar char="•"/>
          </a:pPr>
          <a:r>
            <a:rPr lang="zh-CN" altLang="en-US" dirty="0"/>
            <a:t>未接触时</a:t>
          </a:r>
        </a:p>
      </dgm:t>
    </dgm:pt>
    <dgm:pt modelId="{90530AF6-6320-4C58-847A-6D51AAE80D2E}" type="parTrans" cxnId="{97FE6BA8-91C7-468B-A422-FBE0CED5BDA3}">
      <dgm:prSet/>
      <dgm:spPr/>
      <dgm:t>
        <a:bodyPr/>
        <a:lstStyle/>
        <a:p>
          <a:endParaRPr lang="zh-CN" altLang="en-US"/>
        </a:p>
      </dgm:t>
    </dgm:pt>
    <dgm:pt modelId="{B2796C8F-0CDD-49E7-9243-F7B873198E66}" type="sibTrans" cxnId="{97FE6BA8-91C7-468B-A422-FBE0CED5BDA3}">
      <dgm:prSet/>
      <dgm:spPr/>
      <dgm:t>
        <a:bodyPr/>
        <a:lstStyle/>
        <a:p>
          <a:endParaRPr lang="zh-CN" altLang="en-US"/>
        </a:p>
      </dgm:t>
    </dgm:pt>
    <dgm:pt modelId="{7546F0B4-6EA6-4B86-9A01-65BFC8C63212}">
      <dgm:prSet phldrT="[文本]"/>
      <dgm:spPr/>
      <dgm:t>
        <a:bodyPr/>
        <a:lstStyle/>
        <a:p>
          <a:r>
            <a:rPr lang="zh-CN" altLang="en-US" dirty="0"/>
            <a:t>接触时</a:t>
          </a:r>
        </a:p>
      </dgm:t>
    </dgm:pt>
    <dgm:pt modelId="{15F725FA-CF2F-48A8-8CBD-DEA3B461DDC3}" type="parTrans" cxnId="{9CA7A68F-45DE-4155-BFEC-B3413442C0CB}">
      <dgm:prSet/>
      <dgm:spPr/>
      <dgm:t>
        <a:bodyPr/>
        <a:lstStyle/>
        <a:p>
          <a:endParaRPr lang="zh-CN" altLang="en-US"/>
        </a:p>
      </dgm:t>
    </dgm:pt>
    <dgm:pt modelId="{E54036D5-E8D8-4D91-A6E6-DE45B531236D}" type="sibTrans" cxnId="{9CA7A68F-45DE-4155-BFEC-B3413442C0CB}">
      <dgm:prSet/>
      <dgm:spPr/>
      <dgm:t>
        <a:bodyPr/>
        <a:lstStyle/>
        <a:p>
          <a:endParaRPr lang="zh-CN" altLang="en-US"/>
        </a:p>
      </dgm:t>
    </dgm:pt>
    <dgm:pt modelId="{C33F1CFB-CB4B-4009-AFD5-240317C86363}">
      <dgm:prSet/>
      <dgm:spPr/>
      <dgm:t>
        <a:bodyPr/>
        <a:lstStyle/>
        <a:p>
          <a:r>
            <a: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SNR低</a:t>
          </a:r>
        </a:p>
      </dgm:t>
    </dgm:pt>
    <dgm:pt modelId="{2DD0478A-D595-42AE-8835-96183CC25B30}" type="parTrans" cxnId="{644BEDFF-AB8F-471F-B3EE-1BBA9B1E23F6}">
      <dgm:prSet/>
      <dgm:spPr/>
      <dgm:t>
        <a:bodyPr/>
        <a:lstStyle/>
        <a:p>
          <a:endParaRPr lang="zh-CN" altLang="en-US"/>
        </a:p>
      </dgm:t>
    </dgm:pt>
    <dgm:pt modelId="{E4B2E8AE-235C-4D09-AE90-29FF1957520B}" type="sibTrans" cxnId="{644BEDFF-AB8F-471F-B3EE-1BBA9B1E23F6}">
      <dgm:prSet/>
      <dgm:spPr/>
      <dgm:t>
        <a:bodyPr/>
        <a:lstStyle/>
        <a:p>
          <a:endParaRPr lang="zh-CN" altLang="en-US"/>
        </a:p>
      </dgm:t>
    </dgm:pt>
    <dgm:pt modelId="{B0601F27-DCE4-4CA9-8BF4-A2832C912F07}">
      <dgm:prSet/>
      <dgm:spPr/>
      <dgm:t>
        <a:bodyPr/>
        <a:lstStyle/>
        <a:p>
          <a:r>
            <a: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波形畸变较大</a:t>
          </a:r>
        </a:p>
      </dgm:t>
    </dgm:pt>
    <dgm:pt modelId="{1D941A46-5648-48F0-B80F-81479B7C8C8F}" type="parTrans" cxnId="{FADD9050-2678-4C47-900E-CD7124168DC5}">
      <dgm:prSet/>
      <dgm:spPr/>
      <dgm:t>
        <a:bodyPr/>
        <a:lstStyle/>
        <a:p>
          <a:endParaRPr lang="zh-CN" altLang="en-US"/>
        </a:p>
      </dgm:t>
    </dgm:pt>
    <dgm:pt modelId="{CE7FABA9-A8B4-438A-B0BF-E1A0F389F3AC}" type="sibTrans" cxnId="{FADD9050-2678-4C47-900E-CD7124168DC5}">
      <dgm:prSet/>
      <dgm:spPr/>
      <dgm:t>
        <a:bodyPr/>
        <a:lstStyle/>
        <a:p>
          <a:endParaRPr lang="zh-CN" altLang="en-US"/>
        </a:p>
      </dgm:t>
    </dgm:pt>
    <dgm:pt modelId="{2C4E3DBA-259E-4354-8F2D-17D3D73AFFD5}">
      <dgm:prSet phldrT="[文本]"/>
      <dgm:spPr/>
      <dgm:t>
        <a:bodyPr/>
        <a:lstStyle/>
        <a:p>
          <a:pPr>
            <a:buClrTx/>
            <a:buSzTx/>
            <a:buFont typeface="Arial" panose="020B0604020202020204" pitchFamily="34" charset="0"/>
            <a:buChar char="•"/>
          </a:pPr>
          <a:r>
            <a: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幅值小</a:t>
          </a:r>
          <a:endParaRPr lang="zh-CN" altLang="en-US" dirty="0"/>
        </a:p>
      </dgm:t>
    </dgm:pt>
    <dgm:pt modelId="{7B081E50-1777-4EC2-8AB9-00673F900D91}" type="parTrans" cxnId="{8AE24C0F-8A3F-48AB-916D-BF62CBA623EC}">
      <dgm:prSet/>
      <dgm:spPr/>
      <dgm:t>
        <a:bodyPr/>
        <a:lstStyle/>
        <a:p>
          <a:endParaRPr lang="zh-CN" altLang="en-US"/>
        </a:p>
      </dgm:t>
    </dgm:pt>
    <dgm:pt modelId="{E441D2B6-30A0-4A1C-9C5A-3B5210EEF356}" type="sibTrans" cxnId="{8AE24C0F-8A3F-48AB-916D-BF62CBA623EC}">
      <dgm:prSet/>
      <dgm:spPr/>
      <dgm:t>
        <a:bodyPr/>
        <a:lstStyle/>
        <a:p>
          <a:endParaRPr lang="zh-CN" altLang="en-US"/>
        </a:p>
      </dgm:t>
    </dgm:pt>
    <dgm:pt modelId="{328ACFAE-BA87-4EA3-8C28-AEF8151319CF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dirty="0"/>
            <a:t>幅值显著增大</a:t>
          </a:r>
        </a:p>
      </dgm:t>
    </dgm:pt>
    <dgm:pt modelId="{5B70882D-59FF-49E0-8E11-E5DD8D4D4382}" type="parTrans" cxnId="{A79423E1-7D28-40EB-9E96-45C3B4ED65B8}">
      <dgm:prSet/>
      <dgm:spPr/>
      <dgm:t>
        <a:bodyPr/>
        <a:lstStyle/>
        <a:p>
          <a:endParaRPr lang="zh-CN" altLang="en-US"/>
        </a:p>
      </dgm:t>
    </dgm:pt>
    <dgm:pt modelId="{67062045-8479-462A-B09D-22E36E2A0F6D}" type="sibTrans" cxnId="{A79423E1-7D28-40EB-9E96-45C3B4ED65B8}">
      <dgm:prSet/>
      <dgm:spPr/>
      <dgm:t>
        <a:bodyPr/>
        <a:lstStyle/>
        <a:p>
          <a:endParaRPr lang="zh-CN" altLang="en-US"/>
        </a:p>
      </dgm:t>
    </dgm:pt>
    <dgm:pt modelId="{D7AD6D35-AD0C-4075-818A-02FFFB8956F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dirty="0"/>
            <a:t>主峰清晰</a:t>
          </a:r>
        </a:p>
      </dgm:t>
    </dgm:pt>
    <dgm:pt modelId="{1580B380-CC0A-4CCC-9062-CB024B91682B}" type="parTrans" cxnId="{95664015-ACF0-41C0-AB3D-6FC8599FB8A4}">
      <dgm:prSet/>
      <dgm:spPr/>
      <dgm:t>
        <a:bodyPr/>
        <a:lstStyle/>
        <a:p>
          <a:endParaRPr lang="zh-CN" altLang="en-US"/>
        </a:p>
      </dgm:t>
    </dgm:pt>
    <dgm:pt modelId="{1AE207D5-8375-4886-804D-C0F1FA799302}" type="sibTrans" cxnId="{95664015-ACF0-41C0-AB3D-6FC8599FB8A4}">
      <dgm:prSet/>
      <dgm:spPr/>
      <dgm:t>
        <a:bodyPr/>
        <a:lstStyle/>
        <a:p>
          <a:endParaRPr lang="zh-CN" altLang="en-US"/>
        </a:p>
      </dgm:t>
    </dgm:pt>
    <dgm:pt modelId="{BD52700B-CFD4-4F2F-835D-86390CCFCA5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zh-CN" altLang="en-US" dirty="0"/>
            <a:t>回波结构稳定</a:t>
          </a:r>
        </a:p>
      </dgm:t>
    </dgm:pt>
    <dgm:pt modelId="{DBF2C167-75DC-4CAA-9F8A-5A0C26C54F78}" type="parTrans" cxnId="{465E202B-6868-41EE-B826-BD050D699D40}">
      <dgm:prSet/>
      <dgm:spPr/>
      <dgm:t>
        <a:bodyPr/>
        <a:lstStyle/>
        <a:p>
          <a:endParaRPr lang="zh-CN" altLang="en-US"/>
        </a:p>
      </dgm:t>
    </dgm:pt>
    <dgm:pt modelId="{2C0EAF14-0061-4CB3-ADFB-F9C33F1FB627}" type="sibTrans" cxnId="{465E202B-6868-41EE-B826-BD050D699D40}">
      <dgm:prSet/>
      <dgm:spPr/>
      <dgm:t>
        <a:bodyPr/>
        <a:lstStyle/>
        <a:p>
          <a:endParaRPr lang="zh-CN" altLang="en-US"/>
        </a:p>
      </dgm:t>
    </dgm:pt>
    <dgm:pt modelId="{E2520656-511D-4DFD-B367-D79ADA6D79A5}" type="pres">
      <dgm:prSet presAssocID="{85FDED1A-CBE1-401A-BD02-DECF7F556895}" presName="Name0" presStyleCnt="0">
        <dgm:presLayoutVars>
          <dgm:dir/>
          <dgm:animLvl val="lvl"/>
          <dgm:resizeHandles val="exact"/>
        </dgm:presLayoutVars>
      </dgm:prSet>
      <dgm:spPr/>
    </dgm:pt>
    <dgm:pt modelId="{F5E5B2DB-C662-4756-AB80-1CD7F5556DAE}" type="pres">
      <dgm:prSet presAssocID="{26E94714-159D-4EAC-B810-6D709DB9985C}" presName="composite" presStyleCnt="0"/>
      <dgm:spPr/>
    </dgm:pt>
    <dgm:pt modelId="{2C7AA403-3558-43BB-8C68-0FABAF294054}" type="pres">
      <dgm:prSet presAssocID="{26E94714-159D-4EAC-B810-6D709DB9985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0E0D10B-E092-4A35-9B12-B05CB45A6476}" type="pres">
      <dgm:prSet presAssocID="{26E94714-159D-4EAC-B810-6D709DB9985C}" presName="desTx" presStyleLbl="alignAccFollowNode1" presStyleIdx="0" presStyleCnt="2">
        <dgm:presLayoutVars>
          <dgm:bulletEnabled val="1"/>
        </dgm:presLayoutVars>
      </dgm:prSet>
      <dgm:spPr/>
    </dgm:pt>
    <dgm:pt modelId="{8C00A4C4-EC21-4C41-AC77-1A48B0C48374}" type="pres">
      <dgm:prSet presAssocID="{B2796C8F-0CDD-49E7-9243-F7B873198E66}" presName="space" presStyleCnt="0"/>
      <dgm:spPr/>
    </dgm:pt>
    <dgm:pt modelId="{CFE17761-B55F-4FC6-B773-BF0A1E6829DE}" type="pres">
      <dgm:prSet presAssocID="{7546F0B4-6EA6-4B86-9A01-65BFC8C63212}" presName="composite" presStyleCnt="0"/>
      <dgm:spPr/>
    </dgm:pt>
    <dgm:pt modelId="{511DFC55-E5E3-4FED-9194-FDAB08D3CDA9}" type="pres">
      <dgm:prSet presAssocID="{7546F0B4-6EA6-4B86-9A01-65BFC8C6321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DE0E4B8-B03C-4BB5-AF31-B18B61D4C9E6}" type="pres">
      <dgm:prSet presAssocID="{7546F0B4-6EA6-4B86-9A01-65BFC8C6321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CF5AA0E-761C-44F0-90D4-F482535D1AC9}" type="presOf" srcId="{2C4E3DBA-259E-4354-8F2D-17D3D73AFFD5}" destId="{20E0D10B-E092-4A35-9B12-B05CB45A6476}" srcOrd="0" destOrd="0" presId="urn:microsoft.com/office/officeart/2005/8/layout/hList1"/>
    <dgm:cxn modelId="{8AE24C0F-8A3F-48AB-916D-BF62CBA623EC}" srcId="{26E94714-159D-4EAC-B810-6D709DB9985C}" destId="{2C4E3DBA-259E-4354-8F2D-17D3D73AFFD5}" srcOrd="0" destOrd="0" parTransId="{7B081E50-1777-4EC2-8AB9-00673F900D91}" sibTransId="{E441D2B6-30A0-4A1C-9C5A-3B5210EEF356}"/>
    <dgm:cxn modelId="{D5598013-BBA5-4306-8092-B5F27C18E85B}" type="presOf" srcId="{BD52700B-CFD4-4F2F-835D-86390CCFCA57}" destId="{5DE0E4B8-B03C-4BB5-AF31-B18B61D4C9E6}" srcOrd="0" destOrd="2" presId="urn:microsoft.com/office/officeart/2005/8/layout/hList1"/>
    <dgm:cxn modelId="{95664015-ACF0-41C0-AB3D-6FC8599FB8A4}" srcId="{7546F0B4-6EA6-4B86-9A01-65BFC8C63212}" destId="{D7AD6D35-AD0C-4075-818A-02FFFB8956FC}" srcOrd="1" destOrd="0" parTransId="{1580B380-CC0A-4CCC-9062-CB024B91682B}" sibTransId="{1AE207D5-8375-4886-804D-C0F1FA799302}"/>
    <dgm:cxn modelId="{C6A65818-1AF8-4AB0-B751-2CA48311849F}" type="presOf" srcId="{C33F1CFB-CB4B-4009-AFD5-240317C86363}" destId="{20E0D10B-E092-4A35-9B12-B05CB45A6476}" srcOrd="0" destOrd="1" presId="urn:microsoft.com/office/officeart/2005/8/layout/hList1"/>
    <dgm:cxn modelId="{91901725-5E17-4EE8-BD9F-2891D494311B}" type="presOf" srcId="{328ACFAE-BA87-4EA3-8C28-AEF8151319CF}" destId="{5DE0E4B8-B03C-4BB5-AF31-B18B61D4C9E6}" srcOrd="0" destOrd="0" presId="urn:microsoft.com/office/officeart/2005/8/layout/hList1"/>
    <dgm:cxn modelId="{465E202B-6868-41EE-B826-BD050D699D40}" srcId="{7546F0B4-6EA6-4B86-9A01-65BFC8C63212}" destId="{BD52700B-CFD4-4F2F-835D-86390CCFCA57}" srcOrd="2" destOrd="0" parTransId="{DBF2C167-75DC-4CAA-9F8A-5A0C26C54F78}" sibTransId="{2C0EAF14-0061-4CB3-ADFB-F9C33F1FB627}"/>
    <dgm:cxn modelId="{D05D543D-0A0C-4864-8DF2-7A2FFBBF1434}" type="presOf" srcId="{85FDED1A-CBE1-401A-BD02-DECF7F556895}" destId="{E2520656-511D-4DFD-B367-D79ADA6D79A5}" srcOrd="0" destOrd="0" presId="urn:microsoft.com/office/officeart/2005/8/layout/hList1"/>
    <dgm:cxn modelId="{FADD9050-2678-4C47-900E-CD7124168DC5}" srcId="{26E94714-159D-4EAC-B810-6D709DB9985C}" destId="{B0601F27-DCE4-4CA9-8BF4-A2832C912F07}" srcOrd="2" destOrd="0" parTransId="{1D941A46-5648-48F0-B80F-81479B7C8C8F}" sibTransId="{CE7FABA9-A8B4-438A-B0BF-E1A0F389F3AC}"/>
    <dgm:cxn modelId="{37F41085-8CAD-4843-90CF-D29D2689EA51}" type="presOf" srcId="{B0601F27-DCE4-4CA9-8BF4-A2832C912F07}" destId="{20E0D10B-E092-4A35-9B12-B05CB45A6476}" srcOrd="0" destOrd="2" presId="urn:microsoft.com/office/officeart/2005/8/layout/hList1"/>
    <dgm:cxn modelId="{9CA7A68F-45DE-4155-BFEC-B3413442C0CB}" srcId="{85FDED1A-CBE1-401A-BD02-DECF7F556895}" destId="{7546F0B4-6EA6-4B86-9A01-65BFC8C63212}" srcOrd="1" destOrd="0" parTransId="{15F725FA-CF2F-48A8-8CBD-DEA3B461DDC3}" sibTransId="{E54036D5-E8D8-4D91-A6E6-DE45B531236D}"/>
    <dgm:cxn modelId="{19F0C097-4B86-49E5-9F53-A74A1E071571}" type="presOf" srcId="{26E94714-159D-4EAC-B810-6D709DB9985C}" destId="{2C7AA403-3558-43BB-8C68-0FABAF294054}" srcOrd="0" destOrd="0" presId="urn:microsoft.com/office/officeart/2005/8/layout/hList1"/>
    <dgm:cxn modelId="{97FE6BA8-91C7-468B-A422-FBE0CED5BDA3}" srcId="{85FDED1A-CBE1-401A-BD02-DECF7F556895}" destId="{26E94714-159D-4EAC-B810-6D709DB9985C}" srcOrd="0" destOrd="0" parTransId="{90530AF6-6320-4C58-847A-6D51AAE80D2E}" sibTransId="{B2796C8F-0CDD-49E7-9243-F7B873198E66}"/>
    <dgm:cxn modelId="{24D7F5BD-9231-44C9-9777-5CF655F334A3}" type="presOf" srcId="{D7AD6D35-AD0C-4075-818A-02FFFB8956FC}" destId="{5DE0E4B8-B03C-4BB5-AF31-B18B61D4C9E6}" srcOrd="0" destOrd="1" presId="urn:microsoft.com/office/officeart/2005/8/layout/hList1"/>
    <dgm:cxn modelId="{00A300D2-66C9-41C2-A975-36F15FCEC83C}" type="presOf" srcId="{7546F0B4-6EA6-4B86-9A01-65BFC8C63212}" destId="{511DFC55-E5E3-4FED-9194-FDAB08D3CDA9}" srcOrd="0" destOrd="0" presId="urn:microsoft.com/office/officeart/2005/8/layout/hList1"/>
    <dgm:cxn modelId="{A79423E1-7D28-40EB-9E96-45C3B4ED65B8}" srcId="{7546F0B4-6EA6-4B86-9A01-65BFC8C63212}" destId="{328ACFAE-BA87-4EA3-8C28-AEF8151319CF}" srcOrd="0" destOrd="0" parTransId="{5B70882D-59FF-49E0-8E11-E5DD8D4D4382}" sibTransId="{67062045-8479-462A-B09D-22E36E2A0F6D}"/>
    <dgm:cxn modelId="{644BEDFF-AB8F-471F-B3EE-1BBA9B1E23F6}" srcId="{26E94714-159D-4EAC-B810-6D709DB9985C}" destId="{C33F1CFB-CB4B-4009-AFD5-240317C86363}" srcOrd="1" destOrd="0" parTransId="{2DD0478A-D595-42AE-8835-96183CC25B30}" sibTransId="{E4B2E8AE-235C-4D09-AE90-29FF1957520B}"/>
    <dgm:cxn modelId="{9F9904DE-46AC-40B0-A80A-B6790EE39529}" type="presParOf" srcId="{E2520656-511D-4DFD-B367-D79ADA6D79A5}" destId="{F5E5B2DB-C662-4756-AB80-1CD7F5556DAE}" srcOrd="0" destOrd="0" presId="urn:microsoft.com/office/officeart/2005/8/layout/hList1"/>
    <dgm:cxn modelId="{099F59CE-D0CF-422A-B464-8D61F457D349}" type="presParOf" srcId="{F5E5B2DB-C662-4756-AB80-1CD7F5556DAE}" destId="{2C7AA403-3558-43BB-8C68-0FABAF294054}" srcOrd="0" destOrd="0" presId="urn:microsoft.com/office/officeart/2005/8/layout/hList1"/>
    <dgm:cxn modelId="{B024EFE9-3608-4122-BD35-0CA7974F0E84}" type="presParOf" srcId="{F5E5B2DB-C662-4756-AB80-1CD7F5556DAE}" destId="{20E0D10B-E092-4A35-9B12-B05CB45A6476}" srcOrd="1" destOrd="0" presId="urn:microsoft.com/office/officeart/2005/8/layout/hList1"/>
    <dgm:cxn modelId="{7AC1277B-11F0-4CF1-997C-DD0CD888D6CB}" type="presParOf" srcId="{E2520656-511D-4DFD-B367-D79ADA6D79A5}" destId="{8C00A4C4-EC21-4C41-AC77-1A48B0C48374}" srcOrd="1" destOrd="0" presId="urn:microsoft.com/office/officeart/2005/8/layout/hList1"/>
    <dgm:cxn modelId="{F66017E0-50D7-4B49-AC07-65FB50D8E186}" type="presParOf" srcId="{E2520656-511D-4DFD-B367-D79ADA6D79A5}" destId="{CFE17761-B55F-4FC6-B773-BF0A1E6829DE}" srcOrd="2" destOrd="0" presId="urn:microsoft.com/office/officeart/2005/8/layout/hList1"/>
    <dgm:cxn modelId="{B6D05CEC-D6C0-443E-AFBF-A4BC6B1B727E}" type="presParOf" srcId="{CFE17761-B55F-4FC6-B773-BF0A1E6829DE}" destId="{511DFC55-E5E3-4FED-9194-FDAB08D3CDA9}" srcOrd="0" destOrd="0" presId="urn:microsoft.com/office/officeart/2005/8/layout/hList1"/>
    <dgm:cxn modelId="{8FEF3770-BA6E-452A-B51F-C92C1007FCA5}" type="presParOf" srcId="{CFE17761-B55F-4FC6-B773-BF0A1E6829DE}" destId="{5DE0E4B8-B03C-4BB5-AF31-B18B61D4C9E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7AA403-3558-43BB-8C68-0FABAF294054}">
      <dsp:nvSpPr>
        <dsp:cNvPr id="0" name=""/>
        <dsp:cNvSpPr/>
      </dsp:nvSpPr>
      <dsp:spPr>
        <a:xfrm>
          <a:off x="26" y="33032"/>
          <a:ext cx="2489747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zh-CN" altLang="en-US" sz="2500" kern="1200" dirty="0"/>
            <a:t>未接触时</a:t>
          </a:r>
        </a:p>
      </dsp:txBody>
      <dsp:txXfrm>
        <a:off x="26" y="33032"/>
        <a:ext cx="2489747" cy="720000"/>
      </dsp:txXfrm>
    </dsp:sp>
    <dsp:sp modelId="{20E0D10B-E092-4A35-9B12-B05CB45A6476}">
      <dsp:nvSpPr>
        <dsp:cNvPr id="0" name=""/>
        <dsp:cNvSpPr/>
      </dsp:nvSpPr>
      <dsp:spPr>
        <a:xfrm>
          <a:off x="26" y="753032"/>
          <a:ext cx="2489747" cy="1647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 typeface="Arial" panose="020B0604020202020204" pitchFamily="34" charset="0"/>
            <a:buChar char="•"/>
          </a:pPr>
          <a:r>
            <a:rPr kumimoji="0" lang="zh-CN" altLang="zh-CN" sz="2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幅值小</a:t>
          </a:r>
          <a:endParaRPr lang="zh-CN" alt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zh-CN" altLang="zh-CN" sz="2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SNR低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zh-CN" altLang="zh-CN" sz="2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波形畸变较大</a:t>
          </a:r>
        </a:p>
      </dsp:txBody>
      <dsp:txXfrm>
        <a:off x="26" y="753032"/>
        <a:ext cx="2489747" cy="1647000"/>
      </dsp:txXfrm>
    </dsp:sp>
    <dsp:sp modelId="{511DFC55-E5E3-4FED-9194-FDAB08D3CDA9}">
      <dsp:nvSpPr>
        <dsp:cNvPr id="0" name=""/>
        <dsp:cNvSpPr/>
      </dsp:nvSpPr>
      <dsp:spPr>
        <a:xfrm>
          <a:off x="2838337" y="33032"/>
          <a:ext cx="2489747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接触时</a:t>
          </a:r>
        </a:p>
      </dsp:txBody>
      <dsp:txXfrm>
        <a:off x="2838337" y="33032"/>
        <a:ext cx="2489747" cy="720000"/>
      </dsp:txXfrm>
    </dsp:sp>
    <dsp:sp modelId="{5DE0E4B8-B03C-4BB5-AF31-B18B61D4C9E6}">
      <dsp:nvSpPr>
        <dsp:cNvPr id="0" name=""/>
        <dsp:cNvSpPr/>
      </dsp:nvSpPr>
      <dsp:spPr>
        <a:xfrm>
          <a:off x="2838337" y="753032"/>
          <a:ext cx="2489747" cy="1647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2500" kern="1200" dirty="0"/>
            <a:t>幅值显著增大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2500" kern="1200" dirty="0"/>
            <a:t>主峰清晰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zh-CN" altLang="en-US" sz="2500" kern="1200" dirty="0"/>
            <a:t>回波结构稳定</a:t>
          </a:r>
        </a:p>
      </dsp:txBody>
      <dsp:txXfrm>
        <a:off x="2838337" y="753032"/>
        <a:ext cx="2489747" cy="1647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97429-683B-45DC-8386-B9185BA7CB38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78386-957E-4B88-9D1D-DA977E0B1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938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0C3F16-E2C5-4696-A23A-93FB26575A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8311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光伏电池板：红外热像仪      普遍使用恒定亮度灯光      对于过亮或过暗的图片，有很多图像增强算法  </a:t>
            </a:r>
            <a:r>
              <a:rPr lang="en-US" altLang="zh-CN" dirty="0"/>
              <a:t>-》 </a:t>
            </a:r>
            <a:r>
              <a:rPr lang="zh-CN" altLang="en-US" dirty="0"/>
              <a:t>但消耗资源大，且原图质量太差没办法      </a:t>
            </a:r>
            <a:r>
              <a:rPr lang="en-US" altLang="zh-CN" dirty="0"/>
              <a:t>-》 </a:t>
            </a:r>
            <a:r>
              <a:rPr lang="zh-CN" altLang="en-US" dirty="0"/>
              <a:t>物理端去自适应调控灯光和姿态，获得高质量图片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78386-957E-4B88-9D1D-DA977E0B1F4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413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2A3D-1716-C95F-80A9-2768061E5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C7F891-1766-1302-2B30-357CF19F5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BBCBA2-F782-861A-0337-C038B0E58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光伏电池板：红外热像仪      普遍使用恒定亮度灯光      对于过亮或过暗的图片，有很多图像增强算法  </a:t>
            </a:r>
            <a:r>
              <a:rPr lang="en-US" altLang="zh-CN" dirty="0"/>
              <a:t>-》 </a:t>
            </a:r>
            <a:r>
              <a:rPr lang="zh-CN" altLang="en-US" dirty="0"/>
              <a:t>但消耗资源大，且原图质量太差没办法      </a:t>
            </a:r>
            <a:r>
              <a:rPr lang="en-US" altLang="zh-CN" dirty="0"/>
              <a:t>-》 </a:t>
            </a:r>
            <a:r>
              <a:rPr lang="zh-CN" altLang="en-US" dirty="0"/>
              <a:t>物理端去自适应调控灯光和姿态，获得高质量图片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FD402F-07A2-23DC-B324-F37EDF1C5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78386-957E-4B88-9D1D-DA977E0B1F4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469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78386-957E-4B88-9D1D-DA977E0B1F4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853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AA92F-3B60-6150-DC62-6F0B9928F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FF4606-CFAB-AE23-F1B9-DDA1E2EA0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D03C8B-C850-3959-410B-DD3E8A6C2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1E7853-E654-436A-30E6-15FD574F4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78386-957E-4B88-9D1D-DA977E0B1F4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141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78386-957E-4B88-9D1D-DA977E0B1F4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368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098B5-F0F0-4D80-96F7-B741C20D5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592CD4-41D8-4822-8451-8F0606121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F7078B-F633-4E56-BE50-96F9E0C5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82903E-DE6D-42AE-B32E-7AC764F8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9010B7-378E-4E7E-B89D-6C021C13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22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BE8BC0-B99C-479A-B572-07622FE2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334536-7502-4ECA-9997-A2DFF6891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B94B5-62D5-436D-A49C-E15912F46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0538FD-C5A1-47D6-856C-1F6B44BB8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4F2172-7AE3-4321-8D83-118B0753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65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2614D-4D4F-41CC-9EF8-C78DE616D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B78742-9185-4F22-AE00-B08EF06D9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22E6FD-2A09-4273-9EE4-59F2E180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4A33BF-79CF-4D87-BBCC-4EFAD2663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CA174-1858-47EC-AF43-FB1E9B683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086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A0C98-DF16-405C-AF53-F2840CA44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583464-E2C0-4F21-8054-7218AB904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6A1AC0-60BE-4FF1-82CF-FBFEAAB7E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404DFC-CE4C-417B-9063-0CC7FF69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DAD121-608E-4E87-AE6A-F2FEEDE92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CDF0CE-FC6E-400C-9407-CACA9DEC2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9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E1FE6-D261-4860-A58A-8F8AF02E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3FD463-C9EC-45C5-9E1F-669129C46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A694A1-6B24-4899-8717-75E22C773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DE4063-7611-45A7-9CFF-89E3B5842F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208905B-AA12-455B-B170-13EB5E259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AEA97E-FB99-4751-8918-DB0D439E7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E9C509-D7AB-43D8-89D4-B154476CC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68F786-FFE8-433F-8A03-48A1E38B4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91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CFC81-0D78-43EE-978B-586F1A861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0E0785-8D34-4FD6-A08A-0F428BB9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ED74EC-FD08-4620-BD53-824FDE0CA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9FAC5D-A965-48FF-8B53-A9671CE5C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971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6B2BFA-0D98-41D8-B9A8-1E0A73E0F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190423-4C45-4F37-A859-E8A52DFEF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65FBD4-55F3-4DF0-AB3D-5C71D23B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468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2FE653-A205-4E35-9FF7-F7FD377D8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959D29-40C7-4D59-A124-D5071CD8C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EE9CA4-9AAD-4089-94B9-6B6C9B2A7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6EBE73-4499-4BA2-843E-8598D9130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AD7DE3-DE11-4C46-9073-4F073EFA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1848CE-E14B-43D9-9720-9D74B5601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24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2C1717-F18F-42FE-8930-9A33CF220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D33EA0-433A-4AE4-8A3C-F21B9E2C8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B1088F-B0BD-4461-A42C-109721707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B5A739-63B9-4970-8897-9D36AE7A6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916E24-54F6-4EF2-8C65-7D55876AD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B415D3-61CC-4AA2-A2FC-2F9C5622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32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FAD28-1D7B-42BB-B90F-E0BE97B63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B26A48-0018-427C-8359-161DAF942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8ED9F5-B766-457B-8025-1CECCE55E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E29F0C-C87E-4C3C-8254-1743EE52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F53CA8-CD06-4B97-9F76-C95FE1DC4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625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2CECCA-9E2C-49E8-A26B-60A8EC5E1A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600686-6656-4734-AAD8-196BDA671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EEE1B-8F9D-4658-81E8-867973599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FA44-061D-4F14-9DCF-66860F7AC63D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AC94FC-0BE4-4891-BC11-B4A1FCAE3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7D78AA-0051-4E9E-B160-9AA8E10E8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175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4FBC8B-08EA-431E-A6C1-6D32DA473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8EBEAC-94FB-40F3-ACDD-E68925C03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0E92C9-B929-402D-85B2-FA97F01D8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DFA44-061D-4F14-9DCF-66860F7AC63D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3BB40A-CD4A-4F8F-9818-A68CE80C8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607310-A1CD-484A-BA13-28F73B0DE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0D0B5-B28F-4B95-B613-FB181B84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17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0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9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8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32.png"/><Relationship Id="rId4" Type="http://schemas.openxmlformats.org/officeDocument/2006/relationships/image" Target="../media/image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37.png"/><Relationship Id="rId4" Type="http://schemas.openxmlformats.org/officeDocument/2006/relationships/image" Target="../media/image36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FDAC53C-5A49-439D-979D-2D7F1B5719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4431390" y="175959"/>
            <a:ext cx="3329214" cy="91836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1F7460F-8C9A-4E85-9C67-5C4ED62E225A}"/>
              </a:ext>
            </a:extLst>
          </p:cNvPr>
          <p:cNvSpPr/>
          <p:nvPr/>
        </p:nvSpPr>
        <p:spPr>
          <a:xfrm>
            <a:off x="-2" y="1304925"/>
            <a:ext cx="12192000" cy="2787364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11FE59-3187-489A-9589-F59B5837902E}"/>
              </a:ext>
            </a:extLst>
          </p:cNvPr>
          <p:cNvSpPr txBox="1"/>
          <p:nvPr/>
        </p:nvSpPr>
        <p:spPr>
          <a:xfrm>
            <a:off x="1248781" y="1738953"/>
            <a:ext cx="9694431" cy="1919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800" spc="13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基于多模态逐级物理约束的无人机自主电磁超声探测技术研究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347028-D8F0-4A6E-AAA1-60E6BB324A33}"/>
              </a:ext>
            </a:extLst>
          </p:cNvPr>
          <p:cNvSpPr/>
          <p:nvPr/>
        </p:nvSpPr>
        <p:spPr>
          <a:xfrm>
            <a:off x="-2" y="4110548"/>
            <a:ext cx="12192000" cy="188686"/>
          </a:xfrm>
          <a:prstGeom prst="rect">
            <a:avLst/>
          </a:prstGeom>
          <a:gradFill>
            <a:gsLst>
              <a:gs pos="0">
                <a:srgbClr val="F08F1F">
                  <a:alpha val="70000"/>
                </a:srgbClr>
              </a:gs>
              <a:gs pos="29000">
                <a:srgbClr val="F08F1F">
                  <a:alpha val="50000"/>
                </a:srgbClr>
              </a:gs>
              <a:gs pos="63000">
                <a:srgbClr val="F08F1F">
                  <a:alpha val="30000"/>
                </a:srgbClr>
              </a:gs>
              <a:gs pos="100000">
                <a:srgbClr val="F08F1F">
                  <a:alpha val="0"/>
                </a:srgbClr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123AE12-7C12-48DE-BAC9-FD0DE828DB4E}"/>
              </a:ext>
            </a:extLst>
          </p:cNvPr>
          <p:cNvGrpSpPr/>
          <p:nvPr/>
        </p:nvGrpSpPr>
        <p:grpSpPr>
          <a:xfrm>
            <a:off x="4023201" y="4697662"/>
            <a:ext cx="4554742" cy="2251591"/>
            <a:chOff x="2923990" y="4528458"/>
            <a:chExt cx="4145597" cy="2869711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13C054A-A859-408A-A100-3090DBEB8C2F}"/>
                </a:ext>
              </a:extLst>
            </p:cNvPr>
            <p:cNvSpPr txBox="1"/>
            <p:nvPr/>
          </p:nvSpPr>
          <p:spPr>
            <a:xfrm>
              <a:off x="2923990" y="4528458"/>
              <a:ext cx="3718378" cy="1689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 </a:t>
              </a:r>
              <a:r>
                <a:rPr lang="en-US" altLang="zh-CN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指导老师：</a:t>
              </a:r>
              <a:endParaRPr lang="en-US" altLang="zh-CN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答辩时间：</a:t>
              </a:r>
              <a:endParaRPr lang="en-US" altLang="zh-CN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898B101-A810-4CC5-87A2-32A59107502F}"/>
                </a:ext>
              </a:extLst>
            </p:cNvPr>
            <p:cNvSpPr txBox="1"/>
            <p:nvPr/>
          </p:nvSpPr>
          <p:spPr>
            <a:xfrm>
              <a:off x="4588574" y="4539344"/>
              <a:ext cx="2481013" cy="2858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华羽霄</a:t>
              </a:r>
              <a:endParaRPr lang="en-US" altLang="zh-CN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高斌</a:t>
              </a:r>
              <a:endParaRPr lang="en-US" altLang="zh-CN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2026</a:t>
              </a:r>
              <a:r>
                <a:rPr lang="zh-CN" altLang="en-US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24</a:t>
              </a:r>
              <a:r>
                <a:rPr lang="zh-CN" altLang="en-US" sz="2400" spc="130" dirty="0">
                  <a:solidFill>
                    <a:srgbClr val="004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  <a:endParaRPr lang="en-US" altLang="zh-CN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3381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>
            <a:extLst>
              <a:ext uri="{FF2B5EF4-FFF2-40B4-BE49-F238E27FC236}">
                <a16:creationId xmlns:a16="http://schemas.microsoft.com/office/drawing/2014/main" id="{1D6959F5-3213-4598-B7EB-E5135F50F37A}"/>
              </a:ext>
            </a:extLst>
          </p:cNvPr>
          <p:cNvSpPr/>
          <p:nvPr/>
        </p:nvSpPr>
        <p:spPr>
          <a:xfrm>
            <a:off x="8768302" y="2479337"/>
            <a:ext cx="2524885" cy="2924935"/>
          </a:xfrm>
          <a:prstGeom prst="rect">
            <a:avLst/>
          </a:prstGeom>
          <a:solidFill>
            <a:srgbClr val="00398F">
              <a:alpha val="1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FA9117BB-CF02-400C-9C29-1B384F77AC85}"/>
              </a:ext>
            </a:extLst>
          </p:cNvPr>
          <p:cNvSpPr/>
          <p:nvPr/>
        </p:nvSpPr>
        <p:spPr>
          <a:xfrm>
            <a:off x="6129235" y="2457888"/>
            <a:ext cx="2524885" cy="2924935"/>
          </a:xfrm>
          <a:prstGeom prst="rect">
            <a:avLst/>
          </a:prstGeom>
          <a:solidFill>
            <a:srgbClr val="00398F">
              <a:alpha val="1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315A2530-94DB-4B42-906A-8F9391E13DDF}"/>
              </a:ext>
            </a:extLst>
          </p:cNvPr>
          <p:cNvSpPr/>
          <p:nvPr/>
        </p:nvSpPr>
        <p:spPr>
          <a:xfrm>
            <a:off x="3487435" y="2479338"/>
            <a:ext cx="2524885" cy="2924935"/>
          </a:xfrm>
          <a:prstGeom prst="rect">
            <a:avLst/>
          </a:prstGeom>
          <a:solidFill>
            <a:srgbClr val="00398F">
              <a:alpha val="1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D95B45A-C657-431F-B2EF-CBE9FC10A51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spc="130" dirty="0">
                <a:solidFill>
                  <a:srgbClr val="0039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目录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Black" panose="00000A00000000000000" pitchFamily="2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7273A2C-60C0-42B3-8B9A-0AEBE6F54BA1}"/>
              </a:ext>
            </a:extLst>
          </p:cNvPr>
          <p:cNvGrpSpPr/>
          <p:nvPr/>
        </p:nvGrpSpPr>
        <p:grpSpPr>
          <a:xfrm>
            <a:off x="832979" y="2457888"/>
            <a:ext cx="2528518" cy="2970198"/>
            <a:chOff x="869795" y="3195652"/>
            <a:chExt cx="2528518" cy="2970198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5D3285E7-AD59-462A-90FC-70F0E56ECAA8}"/>
                </a:ext>
              </a:extLst>
            </p:cNvPr>
            <p:cNvSpPr/>
            <p:nvPr/>
          </p:nvSpPr>
          <p:spPr>
            <a:xfrm>
              <a:off x="869795" y="3195652"/>
              <a:ext cx="2524885" cy="2924935"/>
            </a:xfrm>
            <a:prstGeom prst="rect">
              <a:avLst/>
            </a:prstGeom>
            <a:solidFill>
              <a:srgbClr val="00398F">
                <a:alpha val="1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75EB1360-4018-4198-8F16-DCFCF8E78FF6}"/>
                </a:ext>
              </a:extLst>
            </p:cNvPr>
            <p:cNvSpPr txBox="1"/>
            <p:nvPr/>
          </p:nvSpPr>
          <p:spPr>
            <a:xfrm>
              <a:off x="1178558" y="4950936"/>
              <a:ext cx="1917193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130" normalizeH="0" noProof="0" dirty="0">
                  <a:ln>
                    <a:noFill/>
                  </a:ln>
                  <a:solidFill>
                    <a:srgbClr val="00398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选题背景和意义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2661D8FF-D12A-489D-87AC-BD0CF37FA31B}"/>
                </a:ext>
              </a:extLst>
            </p:cNvPr>
            <p:cNvSpPr txBox="1"/>
            <p:nvPr/>
          </p:nvSpPr>
          <p:spPr>
            <a:xfrm>
              <a:off x="1178558" y="5499084"/>
              <a:ext cx="1917193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130" normalizeH="0" noProof="0" dirty="0">
                  <a:ln>
                    <a:noFill/>
                  </a:ln>
                  <a:solidFill>
                    <a:srgbClr val="00398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国内外研究动态</a:t>
              </a:r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814954C1-75D4-4593-96BB-6D16B0C8BA7A}"/>
                </a:ext>
              </a:extLst>
            </p:cNvPr>
            <p:cNvCxnSpPr>
              <a:cxnSpLocks/>
            </p:cNvCxnSpPr>
            <p:nvPr/>
          </p:nvCxnSpPr>
          <p:spPr>
            <a:xfrm>
              <a:off x="1178558" y="5405085"/>
              <a:ext cx="1921397" cy="0"/>
            </a:xfrm>
            <a:prstGeom prst="line">
              <a:avLst/>
            </a:prstGeom>
            <a:ln w="15875">
              <a:solidFill>
                <a:srgbClr val="1D2A71">
                  <a:alpha val="3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5B89ECE5-2D6A-48AD-821F-FDA4013B983F}"/>
                </a:ext>
              </a:extLst>
            </p:cNvPr>
            <p:cNvSpPr txBox="1"/>
            <p:nvPr/>
          </p:nvSpPr>
          <p:spPr>
            <a:xfrm>
              <a:off x="1576483" y="3257419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2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398F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Didot" panose="02000503000000020003" pitchFamily="2" charset="0"/>
                  <a:ea typeface="思源黑体 CN Regular"/>
                  <a:cs typeface="+mn-cs"/>
                </a:rPr>
                <a:t>01</a:t>
              </a:r>
              <a:endParaRPr kumimoji="0" lang="zh-CN" altLang="en-US" sz="7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398F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Didot" panose="02000503000000020003" pitchFamily="2" charset="0"/>
                <a:ea typeface="思源黑体 CN Regular"/>
                <a:cs typeface="+mn-cs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D791FEAD-DDB3-4429-940F-CB2CE5909A24}"/>
                </a:ext>
              </a:extLst>
            </p:cNvPr>
            <p:cNvSpPr txBox="1"/>
            <p:nvPr/>
          </p:nvSpPr>
          <p:spPr>
            <a:xfrm>
              <a:off x="1269130" y="4119993"/>
              <a:ext cx="1736053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spc="130" dirty="0">
                  <a:solidFill>
                    <a:srgbClr val="0039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选题背景</a:t>
              </a:r>
              <a:endParaRPr kumimoji="0" lang="zh-CN" altLang="en-US" sz="2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2E72C5C2-DC3A-40A0-9337-FD7C53633A9C}"/>
                </a:ext>
              </a:extLst>
            </p:cNvPr>
            <p:cNvSpPr/>
            <p:nvPr/>
          </p:nvSpPr>
          <p:spPr>
            <a:xfrm>
              <a:off x="874713" y="6118225"/>
              <a:ext cx="2523600" cy="47625"/>
            </a:xfrm>
            <a:prstGeom prst="rect">
              <a:avLst/>
            </a:prstGeom>
            <a:solidFill>
              <a:srgbClr val="D29D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FD04DA3-FAF1-4392-BF00-850DB2CDBDA5}"/>
              </a:ext>
            </a:extLst>
          </p:cNvPr>
          <p:cNvGrpSpPr/>
          <p:nvPr/>
        </p:nvGrpSpPr>
        <p:grpSpPr>
          <a:xfrm>
            <a:off x="3478412" y="3382229"/>
            <a:ext cx="2523600" cy="2045857"/>
            <a:chOff x="3515228" y="4119993"/>
            <a:chExt cx="2523600" cy="2045857"/>
          </a:xfrm>
        </p:grpSpPr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803A8EA7-D3B4-4000-8EDA-7CA52164634A}"/>
                </a:ext>
              </a:extLst>
            </p:cNvPr>
            <p:cNvSpPr txBox="1"/>
            <p:nvPr/>
          </p:nvSpPr>
          <p:spPr>
            <a:xfrm>
              <a:off x="3817798" y="4950936"/>
              <a:ext cx="1917192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pc="130" dirty="0">
                  <a:solidFill>
                    <a:srgbClr val="0039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多模态特征提取</a:t>
              </a:r>
              <a:endParaRPr kumimoji="0" lang="zh-CN" altLang="en-US" sz="1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693625FC-E032-41E4-A4DA-95A8D43A3D22}"/>
                </a:ext>
              </a:extLst>
            </p:cNvPr>
            <p:cNvSpPr txBox="1"/>
            <p:nvPr/>
          </p:nvSpPr>
          <p:spPr>
            <a:xfrm>
              <a:off x="3817799" y="5499084"/>
              <a:ext cx="1917192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130" normalizeH="0" noProof="0">
                  <a:ln>
                    <a:noFill/>
                  </a:ln>
                  <a:solidFill>
                    <a:srgbClr val="00398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物理约束注意力</a:t>
              </a:r>
              <a:endParaRPr kumimoji="0" lang="zh-CN" altLang="en-US" sz="1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25461B77-E4FE-419D-8B53-8047C869CF77}"/>
                </a:ext>
              </a:extLst>
            </p:cNvPr>
            <p:cNvCxnSpPr>
              <a:cxnSpLocks/>
            </p:cNvCxnSpPr>
            <p:nvPr/>
          </p:nvCxnSpPr>
          <p:spPr>
            <a:xfrm>
              <a:off x="3815687" y="5409676"/>
              <a:ext cx="1921397" cy="0"/>
            </a:xfrm>
            <a:prstGeom prst="line">
              <a:avLst/>
            </a:prstGeom>
            <a:ln w="15875">
              <a:solidFill>
                <a:srgbClr val="1D2A71">
                  <a:alpha val="3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393843B3-B5F6-4408-A952-ECA2985E07FE}"/>
                </a:ext>
              </a:extLst>
            </p:cNvPr>
            <p:cNvSpPr txBox="1"/>
            <p:nvPr/>
          </p:nvSpPr>
          <p:spPr>
            <a:xfrm>
              <a:off x="3932567" y="4119993"/>
              <a:ext cx="1687641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spc="130" dirty="0">
                  <a:solidFill>
                    <a:srgbClr val="0039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主要理论</a:t>
              </a:r>
              <a:endParaRPr kumimoji="0" lang="zh-CN" altLang="en-US" sz="2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3DDFD88E-5F13-45E8-884E-81360625540C}"/>
                </a:ext>
              </a:extLst>
            </p:cNvPr>
            <p:cNvSpPr/>
            <p:nvPr/>
          </p:nvSpPr>
          <p:spPr>
            <a:xfrm>
              <a:off x="3515228" y="6118225"/>
              <a:ext cx="2523600" cy="47625"/>
            </a:xfrm>
            <a:prstGeom prst="rect">
              <a:avLst/>
            </a:prstGeom>
            <a:solidFill>
              <a:srgbClr val="D29D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AA37C2D-A39A-4568-8287-3198D310D8D2}"/>
              </a:ext>
            </a:extLst>
          </p:cNvPr>
          <p:cNvGrpSpPr/>
          <p:nvPr/>
        </p:nvGrpSpPr>
        <p:grpSpPr>
          <a:xfrm>
            <a:off x="6116357" y="3382229"/>
            <a:ext cx="2523600" cy="2045857"/>
            <a:chOff x="6153173" y="4119993"/>
            <a:chExt cx="2523600" cy="2045857"/>
          </a:xfrm>
        </p:grpSpPr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E1AE1EF1-459F-44F4-BE3D-06DB7BB5D04D}"/>
                </a:ext>
              </a:extLst>
            </p:cNvPr>
            <p:cNvSpPr txBox="1"/>
            <p:nvPr/>
          </p:nvSpPr>
          <p:spPr>
            <a:xfrm>
              <a:off x="6828277" y="4950936"/>
              <a:ext cx="117468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130" normalizeH="0" noProof="0" dirty="0">
                  <a:ln>
                    <a:noFill/>
                  </a:ln>
                  <a:solidFill>
                    <a:srgbClr val="00398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研究方法</a:t>
              </a: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49D0DB5-BD30-4516-8C5F-84B257B80312}"/>
                </a:ext>
              </a:extLst>
            </p:cNvPr>
            <p:cNvSpPr txBox="1"/>
            <p:nvPr/>
          </p:nvSpPr>
          <p:spPr>
            <a:xfrm>
              <a:off x="6828279" y="5499084"/>
              <a:ext cx="117468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130" normalizeH="0" noProof="0" dirty="0">
                  <a:ln>
                    <a:noFill/>
                  </a:ln>
                  <a:solidFill>
                    <a:srgbClr val="00398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实施方案</a:t>
              </a:r>
            </a:p>
          </p:txBody>
        </p: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953933DE-8F58-449E-9E26-62456465FDE5}"/>
                </a:ext>
              </a:extLst>
            </p:cNvPr>
            <p:cNvCxnSpPr>
              <a:cxnSpLocks/>
            </p:cNvCxnSpPr>
            <p:nvPr/>
          </p:nvCxnSpPr>
          <p:spPr>
            <a:xfrm>
              <a:off x="6454917" y="5409676"/>
              <a:ext cx="1921397" cy="0"/>
            </a:xfrm>
            <a:prstGeom prst="line">
              <a:avLst/>
            </a:prstGeom>
            <a:ln w="15875">
              <a:solidFill>
                <a:srgbClr val="1D2A71">
                  <a:alpha val="3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5EDA1B9B-3C69-4E96-961B-1D377EDB4902}"/>
                </a:ext>
              </a:extLst>
            </p:cNvPr>
            <p:cNvSpPr txBox="1"/>
            <p:nvPr/>
          </p:nvSpPr>
          <p:spPr>
            <a:xfrm>
              <a:off x="6571802" y="4119993"/>
              <a:ext cx="1687641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spc="130" dirty="0">
                  <a:solidFill>
                    <a:srgbClr val="0039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理论创新</a:t>
              </a:r>
              <a:endParaRPr kumimoji="0" lang="zh-CN" altLang="en-US" sz="2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43030E41-327E-4F11-8636-67F780666EE8}"/>
                </a:ext>
              </a:extLst>
            </p:cNvPr>
            <p:cNvSpPr/>
            <p:nvPr/>
          </p:nvSpPr>
          <p:spPr>
            <a:xfrm>
              <a:off x="6153173" y="6118225"/>
              <a:ext cx="2523600" cy="47625"/>
            </a:xfrm>
            <a:prstGeom prst="rect">
              <a:avLst/>
            </a:prstGeom>
            <a:solidFill>
              <a:srgbClr val="D29D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707E17D-512D-4C24-9461-597056E1175B}"/>
              </a:ext>
            </a:extLst>
          </p:cNvPr>
          <p:cNvGrpSpPr/>
          <p:nvPr/>
        </p:nvGrpSpPr>
        <p:grpSpPr>
          <a:xfrm>
            <a:off x="8756872" y="3382229"/>
            <a:ext cx="2523600" cy="2045857"/>
            <a:chOff x="8793688" y="4119993"/>
            <a:chExt cx="2523600" cy="2045857"/>
          </a:xfrm>
        </p:grpSpPr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F5346A5B-6D5B-4BBC-BC72-1458FF461D84}"/>
                </a:ext>
              </a:extLst>
            </p:cNvPr>
            <p:cNvSpPr txBox="1"/>
            <p:nvPr/>
          </p:nvSpPr>
          <p:spPr>
            <a:xfrm>
              <a:off x="9460837" y="4950936"/>
              <a:ext cx="118801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130" normalizeH="0" noProof="0" dirty="0">
                  <a:ln>
                    <a:noFill/>
                  </a:ln>
                  <a:solidFill>
                    <a:srgbClr val="00398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目前进展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A802DBF8-C8CE-4A5F-9A66-EDD1DBDB3931}"/>
                </a:ext>
              </a:extLst>
            </p:cNvPr>
            <p:cNvSpPr txBox="1"/>
            <p:nvPr/>
          </p:nvSpPr>
          <p:spPr>
            <a:xfrm>
              <a:off x="9343754" y="5499084"/>
              <a:ext cx="1422184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pc="130" dirty="0">
                  <a:solidFill>
                    <a:srgbClr val="0039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预期创新点</a:t>
              </a:r>
              <a:endParaRPr kumimoji="0" lang="zh-CN" altLang="en-US" sz="1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663ACD65-5ADF-4732-B70C-3F6BBB6D2AE4}"/>
                </a:ext>
              </a:extLst>
            </p:cNvPr>
            <p:cNvCxnSpPr>
              <a:cxnSpLocks/>
            </p:cNvCxnSpPr>
            <p:nvPr/>
          </p:nvCxnSpPr>
          <p:spPr>
            <a:xfrm>
              <a:off x="9094147" y="5409676"/>
              <a:ext cx="1921397" cy="0"/>
            </a:xfrm>
            <a:prstGeom prst="line">
              <a:avLst/>
            </a:prstGeom>
            <a:ln w="15875">
              <a:solidFill>
                <a:srgbClr val="1D2A71">
                  <a:alpha val="35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D1254AFC-C80E-4423-8336-78AA97B793EE}"/>
                </a:ext>
              </a:extLst>
            </p:cNvPr>
            <p:cNvSpPr txBox="1"/>
            <p:nvPr/>
          </p:nvSpPr>
          <p:spPr>
            <a:xfrm>
              <a:off x="9211030" y="4119993"/>
              <a:ext cx="1687641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spc="130" dirty="0">
                  <a:solidFill>
                    <a:srgbClr val="00398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实验验证</a:t>
              </a:r>
              <a:endParaRPr kumimoji="0" lang="zh-CN" altLang="en-US" sz="2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AD6C9979-1C6B-4781-882E-72FE62B7C022}"/>
                </a:ext>
              </a:extLst>
            </p:cNvPr>
            <p:cNvSpPr/>
            <p:nvPr/>
          </p:nvSpPr>
          <p:spPr>
            <a:xfrm>
              <a:off x="8793688" y="6118225"/>
              <a:ext cx="2523600" cy="47625"/>
            </a:xfrm>
            <a:prstGeom prst="rect">
              <a:avLst/>
            </a:prstGeom>
            <a:solidFill>
              <a:srgbClr val="D29D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sp>
        <p:nvSpPr>
          <p:cNvPr id="203" name="文本框 202">
            <a:extLst>
              <a:ext uri="{FF2B5EF4-FFF2-40B4-BE49-F238E27FC236}">
                <a16:creationId xmlns:a16="http://schemas.microsoft.com/office/drawing/2014/main" id="{6E237C46-E9E4-49FE-A99D-3AE50F2ACF97}"/>
              </a:ext>
            </a:extLst>
          </p:cNvPr>
          <p:cNvSpPr txBox="1"/>
          <p:nvPr/>
        </p:nvSpPr>
        <p:spPr>
          <a:xfrm>
            <a:off x="2452133" y="-6824108"/>
            <a:ext cx="72877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1D2A71">
                        <a:lumMod val="0"/>
                        <a:lumOff val="100000"/>
                      </a:srgbClr>
                    </a:gs>
                    <a:gs pos="100000">
                      <a:srgbClr val="1D2A71">
                        <a:lumMod val="10000"/>
                        <a:lumOff val="90000"/>
                      </a:srgbClr>
                    </a:gs>
                  </a:gsLst>
                  <a:lin ang="5400000" scaled="1"/>
                </a:gradFill>
                <a:effectLst>
                  <a:outerShdw blurRad="50800" dist="38100" dir="5400000" algn="t" rotWithShape="0">
                    <a:srgbClr val="1D2A71">
                      <a:alpha val="40000"/>
                    </a:srgbClr>
                  </a:outerShdw>
                </a:effectLst>
                <a:uLnTx/>
                <a:uFillTx/>
                <a:latin typeface="思源宋体 CN Heavy"/>
                <a:ea typeface="思源宋体 CN Heavy"/>
                <a:cs typeface="+mn-cs"/>
                <a:sym typeface="HarmonyOS Sans SC Black" panose="00000A00000000000000" pitchFamily="2" charset="-122"/>
              </a:rPr>
              <a:t>我国旅游贸易</a:t>
            </a:r>
            <a:endParaRPr kumimoji="0" lang="en-US" altLang="zh-CN" sz="54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1D2A71">
                      <a:lumMod val="0"/>
                      <a:lumOff val="100000"/>
                    </a:srgbClr>
                  </a:gs>
                  <a:gs pos="100000">
                    <a:srgbClr val="1D2A71">
                      <a:lumMod val="10000"/>
                      <a:lumOff val="90000"/>
                    </a:srgbClr>
                  </a:gs>
                </a:gsLst>
                <a:lin ang="5400000" scaled="1"/>
              </a:gradFill>
              <a:effectLst>
                <a:outerShdw blurRad="50800" dist="38100" dir="5400000" algn="t" rotWithShape="0">
                  <a:srgbClr val="1D2A71">
                    <a:alpha val="40000"/>
                  </a:srgbClr>
                </a:outerShdw>
              </a:effectLst>
              <a:uLnTx/>
              <a:uFillTx/>
              <a:latin typeface="思源宋体 CN Heavy"/>
              <a:ea typeface="思源宋体 CN Heavy"/>
              <a:cs typeface="+mn-cs"/>
              <a:sym typeface="HarmonyOS Sans SC Black" panose="00000A00000000000000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1D2A71">
                        <a:lumMod val="0"/>
                        <a:lumOff val="100000"/>
                      </a:srgbClr>
                    </a:gs>
                    <a:gs pos="100000">
                      <a:srgbClr val="1D2A71">
                        <a:lumMod val="10000"/>
                        <a:lumOff val="90000"/>
                      </a:srgbClr>
                    </a:gs>
                  </a:gsLst>
                  <a:lin ang="5400000" scaled="1"/>
                </a:gradFill>
                <a:effectLst>
                  <a:outerShdw blurRad="50800" dist="38100" dir="5400000" algn="t" rotWithShape="0">
                    <a:srgbClr val="1D2A71">
                      <a:alpha val="40000"/>
                    </a:srgbClr>
                  </a:outerShdw>
                </a:effectLst>
                <a:uLnTx/>
                <a:uFillTx/>
                <a:latin typeface="思源宋体 CN Heavy"/>
                <a:ea typeface="思源宋体 CN Heavy"/>
                <a:cs typeface="+mn-cs"/>
                <a:sym typeface="HarmonyOS Sans SC Black" panose="00000A00000000000000" pitchFamily="2" charset="-122"/>
              </a:rPr>
              <a:t>国际竞争力提升研究</a:t>
            </a:r>
          </a:p>
        </p:txBody>
      </p:sp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EABE2408-E383-442A-9089-BFB0475D0880}"/>
              </a:ext>
            </a:extLst>
          </p:cNvPr>
          <p:cNvGrpSpPr/>
          <p:nvPr/>
        </p:nvGrpSpPr>
        <p:grpSpPr>
          <a:xfrm>
            <a:off x="4138013" y="-3452845"/>
            <a:ext cx="3758881" cy="338554"/>
            <a:chOff x="4138013" y="3800852"/>
            <a:chExt cx="3758881" cy="338554"/>
          </a:xfrm>
        </p:grpSpPr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5307F2F1-1C9F-48EF-B176-AD040A0DE93C}"/>
                </a:ext>
              </a:extLst>
            </p:cNvPr>
            <p:cNvSpPr txBox="1"/>
            <p:nvPr/>
          </p:nvSpPr>
          <p:spPr>
            <a:xfrm>
              <a:off x="5044831" y="3800852"/>
              <a:ext cx="2852063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4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srgbClr val="1D2A71">
                        <a:alpha val="40000"/>
                      </a:srgbClr>
                    </a:outerShdw>
                  </a:effectLst>
                  <a:uLnTx/>
                  <a:uFillTx/>
                  <a:latin typeface="Roboto Regular"/>
                  <a:ea typeface="思源黑体 CN Regular"/>
                  <a:cs typeface="+mn-cs"/>
                  <a:sym typeface="阿里巴巴普惠体 R" panose="00020600040101010101" pitchFamily="18" charset="-122"/>
                </a:rPr>
                <a:t>经济学院国际经济与贸易专业</a:t>
              </a:r>
            </a:p>
          </p:txBody>
        </p: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56581B25-E92A-410B-95A6-C2676C5E7508}"/>
                </a:ext>
              </a:extLst>
            </p:cNvPr>
            <p:cNvSpPr txBox="1"/>
            <p:nvPr/>
          </p:nvSpPr>
          <p:spPr>
            <a:xfrm>
              <a:off x="4138013" y="3800852"/>
              <a:ext cx="793807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4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srgbClr val="1D2A71">
                        <a:alpha val="40000"/>
                      </a:srgbClr>
                    </a:outerShdw>
                  </a:effectLst>
                  <a:uLnTx/>
                  <a:uFillTx/>
                  <a:latin typeface="思源宋体 CN Heavy"/>
                  <a:ea typeface="思源宋体 CN Heavy"/>
                  <a:cs typeface="+mn-cs"/>
                  <a:sym typeface="HarmonyOS Sans SC" panose="00000500000000000000" pitchFamily="2" charset="-122"/>
                </a:rPr>
                <a:t>XXXX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srgbClr val="1D2A71">
                      <a:alpha val="40000"/>
                    </a:srgbClr>
                  </a:outerShdw>
                </a:effectLst>
                <a:uLnTx/>
                <a:uFillTx/>
                <a:latin typeface="思源宋体 CN Heavy"/>
                <a:ea typeface="思源宋体 CN Heavy"/>
                <a:cs typeface="+mn-cs"/>
                <a:sym typeface="HarmonyOS Sans SC" panose="00000500000000000000" pitchFamily="2" charset="-122"/>
              </a:endParaRPr>
            </a:p>
          </p:txBody>
        </p: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F3481935-E2F8-4D78-91F8-785180AACCE2}"/>
                </a:ext>
              </a:extLst>
            </p:cNvPr>
            <p:cNvCxnSpPr>
              <a:cxnSpLocks/>
            </p:cNvCxnSpPr>
            <p:nvPr/>
          </p:nvCxnSpPr>
          <p:spPr>
            <a:xfrm>
              <a:off x="4984952" y="3879740"/>
              <a:ext cx="0" cy="18077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outerShdw blurRad="50800" dist="38100" dir="5400000" algn="t" rotWithShape="0">
                <a:srgbClr val="1D2A71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144ED29-C50C-C526-16A0-8F7AC7AE46DC}"/>
              </a:ext>
            </a:extLst>
          </p:cNvPr>
          <p:cNvSpPr txBox="1"/>
          <p:nvPr/>
        </p:nvSpPr>
        <p:spPr>
          <a:xfrm>
            <a:off x="932222" y="-4703862"/>
            <a:ext cx="7287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1D2A71">
                        <a:lumMod val="0"/>
                        <a:lumOff val="100000"/>
                      </a:srgbClr>
                    </a:gs>
                    <a:gs pos="100000">
                      <a:srgbClr val="1D2A71">
                        <a:lumMod val="10000"/>
                        <a:lumOff val="9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思源宋体 CN Heavy"/>
                <a:ea typeface="思源宋体 CN Heavy"/>
                <a:cs typeface="+mn-cs"/>
                <a:sym typeface="HarmonyOS Sans SC Black" panose="00000A00000000000000" pitchFamily="2" charset="-122"/>
              </a:rPr>
              <a:t>研究方法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BDCB34E-B5F3-C3AD-DB2A-9C845161C28D}"/>
              </a:ext>
            </a:extLst>
          </p:cNvPr>
          <p:cNvGrpSpPr/>
          <p:nvPr/>
        </p:nvGrpSpPr>
        <p:grpSpPr>
          <a:xfrm>
            <a:off x="9909985" y="-4591792"/>
            <a:ext cx="1567173" cy="349826"/>
            <a:chOff x="0" y="2067601"/>
            <a:chExt cx="12191109" cy="2721309"/>
          </a:xfrm>
          <a:gradFill>
            <a:gsLst>
              <a:gs pos="0">
                <a:srgbClr val="1D2A71">
                  <a:lumMod val="0"/>
                  <a:lumOff val="100000"/>
                </a:srgbClr>
              </a:gs>
              <a:gs pos="100000">
                <a:srgbClr val="1D2A71">
                  <a:lumMod val="10000"/>
                  <a:lumOff val="90000"/>
                </a:srgbClr>
              </a:gs>
            </a:gsLst>
            <a:lin ang="5400000" scaled="1"/>
          </a:gradFill>
        </p:grpSpPr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1D7C5DD7-A947-E35A-4D1C-99896D47E237}"/>
                </a:ext>
              </a:extLst>
            </p:cNvPr>
            <p:cNvSpPr/>
            <p:nvPr/>
          </p:nvSpPr>
          <p:spPr>
            <a:xfrm>
              <a:off x="5665663" y="2176742"/>
              <a:ext cx="1177719" cy="1702659"/>
            </a:xfrm>
            <a:custGeom>
              <a:avLst/>
              <a:gdLst>
                <a:gd name="connsiteX0" fmla="*/ 1114818 w 1177719"/>
                <a:gd name="connsiteY0" fmla="*/ 14074 h 1702659"/>
                <a:gd name="connsiteX1" fmla="*/ 1147460 w 1177719"/>
                <a:gd name="connsiteY1" fmla="*/ 816 h 1702659"/>
                <a:gd name="connsiteX2" fmla="*/ 1177250 w 1177719"/>
                <a:gd name="connsiteY2" fmla="*/ 14406 h 1702659"/>
                <a:gd name="connsiteX3" fmla="*/ 1157770 w 1177719"/>
                <a:gd name="connsiteY3" fmla="*/ 76370 h 1702659"/>
                <a:gd name="connsiteX4" fmla="*/ 1049629 w 1177719"/>
                <a:gd name="connsiteY4" fmla="*/ 230567 h 1702659"/>
                <a:gd name="connsiteX5" fmla="*/ 990949 w 1177719"/>
                <a:gd name="connsiteY5" fmla="*/ 294622 h 1702659"/>
                <a:gd name="connsiteX6" fmla="*/ 802225 w 1177719"/>
                <a:gd name="connsiteY6" fmla="*/ 481416 h 1702659"/>
                <a:gd name="connsiteX7" fmla="*/ 765450 w 1177719"/>
                <a:gd name="connsiteY7" fmla="*/ 536917 h 1702659"/>
                <a:gd name="connsiteX8" fmla="*/ 768348 w 1177719"/>
                <a:gd name="connsiteY8" fmla="*/ 540719 h 1702659"/>
                <a:gd name="connsiteX9" fmla="*/ 829641 w 1177719"/>
                <a:gd name="connsiteY9" fmla="*/ 523089 h 1702659"/>
                <a:gd name="connsiteX10" fmla="*/ 922625 w 1177719"/>
                <a:gd name="connsiteY10" fmla="*/ 482081 h 1702659"/>
                <a:gd name="connsiteX11" fmla="*/ 1104412 w 1177719"/>
                <a:gd name="connsiteY11" fmla="*/ 468443 h 1702659"/>
                <a:gd name="connsiteX12" fmla="*/ 1168128 w 1177719"/>
                <a:gd name="connsiteY12" fmla="*/ 492963 h 1702659"/>
                <a:gd name="connsiteX13" fmla="*/ 1169648 w 1177719"/>
                <a:gd name="connsiteY13" fmla="*/ 549510 h 1702659"/>
                <a:gd name="connsiteX14" fmla="*/ 1105125 w 1177719"/>
                <a:gd name="connsiteY14" fmla="*/ 627820 h 1702659"/>
                <a:gd name="connsiteX15" fmla="*/ 1031621 w 1177719"/>
                <a:gd name="connsiteY15" fmla="*/ 682371 h 1702659"/>
                <a:gd name="connsiteX16" fmla="*/ 542278 w 1177719"/>
                <a:gd name="connsiteY16" fmla="*/ 1029302 h 1702659"/>
                <a:gd name="connsiteX17" fmla="*/ 226218 w 1177719"/>
                <a:gd name="connsiteY17" fmla="*/ 1273308 h 1702659"/>
                <a:gd name="connsiteX18" fmla="*/ 167776 w 1177719"/>
                <a:gd name="connsiteY18" fmla="*/ 1339881 h 1702659"/>
                <a:gd name="connsiteX19" fmla="*/ 225552 w 1177719"/>
                <a:gd name="connsiteY19" fmla="*/ 1358176 h 1702659"/>
                <a:gd name="connsiteX20" fmla="*/ 318394 w 1177719"/>
                <a:gd name="connsiteY20" fmla="*/ 1427552 h 1702659"/>
                <a:gd name="connsiteX21" fmla="*/ 282094 w 1177719"/>
                <a:gd name="connsiteY21" fmla="*/ 1529336 h 1702659"/>
                <a:gd name="connsiteX22" fmla="*/ 70040 w 1177719"/>
                <a:gd name="connsiteY22" fmla="*/ 1692609 h 1702659"/>
                <a:gd name="connsiteX23" fmla="*/ 34975 w 1177719"/>
                <a:gd name="connsiteY23" fmla="*/ 1697694 h 1702659"/>
                <a:gd name="connsiteX24" fmla="*/ 31601 w 1177719"/>
                <a:gd name="connsiteY24" fmla="*/ 1664478 h 1702659"/>
                <a:gd name="connsiteX25" fmla="*/ 85767 w 1177719"/>
                <a:gd name="connsiteY25" fmla="*/ 1603798 h 1702659"/>
                <a:gd name="connsiteX26" fmla="*/ 212059 w 1177719"/>
                <a:gd name="connsiteY26" fmla="*/ 1492177 h 1702659"/>
                <a:gd name="connsiteX27" fmla="*/ 243988 w 1177719"/>
                <a:gd name="connsiteY27" fmla="*/ 1440145 h 1702659"/>
                <a:gd name="connsiteX28" fmla="*/ 212059 w 1177719"/>
                <a:gd name="connsiteY28" fmla="*/ 1411444 h 1702659"/>
                <a:gd name="connsiteX29" fmla="*/ 140693 w 1177719"/>
                <a:gd name="connsiteY29" fmla="*/ 1406407 h 1702659"/>
                <a:gd name="connsiteX30" fmla="*/ 26280 w 1177719"/>
                <a:gd name="connsiteY30" fmla="*/ 1441333 h 1702659"/>
                <a:gd name="connsiteX31" fmla="*/ 242 w 1177719"/>
                <a:gd name="connsiteY31" fmla="*/ 1425414 h 1702659"/>
                <a:gd name="connsiteX32" fmla="*/ 23429 w 1177719"/>
                <a:gd name="connsiteY32" fmla="*/ 1366159 h 1702659"/>
                <a:gd name="connsiteX33" fmla="*/ 386338 w 1177719"/>
                <a:gd name="connsiteY33" fmla="*/ 1049069 h 1702659"/>
                <a:gd name="connsiteX34" fmla="*/ 738034 w 1177719"/>
                <a:gd name="connsiteY34" fmla="*/ 797365 h 1702659"/>
                <a:gd name="connsiteX35" fmla="*/ 949945 w 1177719"/>
                <a:gd name="connsiteY35" fmla="*/ 661985 h 1702659"/>
                <a:gd name="connsiteX36" fmla="*/ 1089683 w 1177719"/>
                <a:gd name="connsiteY36" fmla="*/ 521141 h 1702659"/>
                <a:gd name="connsiteX37" fmla="*/ 1078945 w 1177719"/>
                <a:gd name="connsiteY37" fmla="*/ 497334 h 1702659"/>
                <a:gd name="connsiteX38" fmla="*/ 1007104 w 1177719"/>
                <a:gd name="connsiteY38" fmla="*/ 511780 h 1702659"/>
                <a:gd name="connsiteX39" fmla="*/ 685484 w 1177719"/>
                <a:gd name="connsiteY39" fmla="*/ 663934 h 1702659"/>
                <a:gd name="connsiteX40" fmla="*/ 624619 w 1177719"/>
                <a:gd name="connsiteY40" fmla="*/ 676383 h 1702659"/>
                <a:gd name="connsiteX41" fmla="*/ 642057 w 1177719"/>
                <a:gd name="connsiteY41" fmla="*/ 592419 h 1702659"/>
                <a:gd name="connsiteX42" fmla="*/ 785121 w 1177719"/>
                <a:gd name="connsiteY42" fmla="*/ 397356 h 1702659"/>
                <a:gd name="connsiteX43" fmla="*/ 1001735 w 1177719"/>
                <a:gd name="connsiteY43" fmla="*/ 149121 h 1702659"/>
                <a:gd name="connsiteX44" fmla="*/ 1114818 w 1177719"/>
                <a:gd name="connsiteY44" fmla="*/ 14074 h 1702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177719" h="1702659">
                  <a:moveTo>
                    <a:pt x="1114818" y="14074"/>
                  </a:moveTo>
                  <a:cubicBezTo>
                    <a:pt x="1122277" y="4142"/>
                    <a:pt x="1136104" y="3239"/>
                    <a:pt x="1147460" y="816"/>
                  </a:cubicBezTo>
                  <a:cubicBezTo>
                    <a:pt x="1158530" y="-1370"/>
                    <a:pt x="1175683" y="103"/>
                    <a:pt x="1177250" y="14406"/>
                  </a:cubicBezTo>
                  <a:cubicBezTo>
                    <a:pt x="1179294" y="36740"/>
                    <a:pt x="1167605" y="57173"/>
                    <a:pt x="1157770" y="76370"/>
                  </a:cubicBezTo>
                  <a:cubicBezTo>
                    <a:pt x="1127219" y="131349"/>
                    <a:pt x="1089208" y="181813"/>
                    <a:pt x="1049629" y="230567"/>
                  </a:cubicBezTo>
                  <a:cubicBezTo>
                    <a:pt x="1031764" y="253423"/>
                    <a:pt x="1012331" y="275044"/>
                    <a:pt x="990949" y="294622"/>
                  </a:cubicBezTo>
                  <a:cubicBezTo>
                    <a:pt x="927281" y="356110"/>
                    <a:pt x="861617" y="415698"/>
                    <a:pt x="802225" y="481416"/>
                  </a:cubicBezTo>
                  <a:cubicBezTo>
                    <a:pt x="788162" y="498475"/>
                    <a:pt x="770961" y="514774"/>
                    <a:pt x="765450" y="536917"/>
                  </a:cubicBezTo>
                  <a:lnTo>
                    <a:pt x="768348" y="540719"/>
                  </a:lnTo>
                  <a:cubicBezTo>
                    <a:pt x="789967" y="543712"/>
                    <a:pt x="810160" y="531025"/>
                    <a:pt x="829641" y="523089"/>
                  </a:cubicBezTo>
                  <a:cubicBezTo>
                    <a:pt x="860905" y="509927"/>
                    <a:pt x="888225" y="486880"/>
                    <a:pt x="922625" y="482081"/>
                  </a:cubicBezTo>
                  <a:cubicBezTo>
                    <a:pt x="982255" y="470154"/>
                    <a:pt x="1043547" y="462314"/>
                    <a:pt x="1104412" y="468443"/>
                  </a:cubicBezTo>
                  <a:cubicBezTo>
                    <a:pt x="1126791" y="471770"/>
                    <a:pt x="1151641" y="475904"/>
                    <a:pt x="1168128" y="492963"/>
                  </a:cubicBezTo>
                  <a:cubicBezTo>
                    <a:pt x="1182762" y="508311"/>
                    <a:pt x="1178486" y="532308"/>
                    <a:pt x="1169648" y="549510"/>
                  </a:cubicBezTo>
                  <a:cubicBezTo>
                    <a:pt x="1153969" y="579826"/>
                    <a:pt x="1129595" y="604441"/>
                    <a:pt x="1105125" y="627820"/>
                  </a:cubicBezTo>
                  <a:cubicBezTo>
                    <a:pt x="1082461" y="648348"/>
                    <a:pt x="1056043" y="664124"/>
                    <a:pt x="1031621" y="682371"/>
                  </a:cubicBezTo>
                  <a:cubicBezTo>
                    <a:pt x="867889" y="797175"/>
                    <a:pt x="703967" y="911646"/>
                    <a:pt x="542278" y="1029302"/>
                  </a:cubicBezTo>
                  <a:cubicBezTo>
                    <a:pt x="434897" y="1107944"/>
                    <a:pt x="327184" y="1186492"/>
                    <a:pt x="226218" y="1273308"/>
                  </a:cubicBezTo>
                  <a:cubicBezTo>
                    <a:pt x="205216" y="1293788"/>
                    <a:pt x="179036" y="1311940"/>
                    <a:pt x="167776" y="1339881"/>
                  </a:cubicBezTo>
                  <a:cubicBezTo>
                    <a:pt x="185166" y="1349860"/>
                    <a:pt x="206832" y="1350478"/>
                    <a:pt x="225552" y="1358176"/>
                  </a:cubicBezTo>
                  <a:cubicBezTo>
                    <a:pt x="261805" y="1371101"/>
                    <a:pt x="303950" y="1388587"/>
                    <a:pt x="318394" y="1427552"/>
                  </a:cubicBezTo>
                  <a:cubicBezTo>
                    <a:pt x="330320" y="1465424"/>
                    <a:pt x="305422" y="1501681"/>
                    <a:pt x="282094" y="1529336"/>
                  </a:cubicBezTo>
                  <a:cubicBezTo>
                    <a:pt x="222226" y="1596385"/>
                    <a:pt x="144779" y="1644046"/>
                    <a:pt x="70040" y="1692609"/>
                  </a:cubicBezTo>
                  <a:cubicBezTo>
                    <a:pt x="59967" y="1699024"/>
                    <a:pt x="45380" y="1708623"/>
                    <a:pt x="34975" y="1697694"/>
                  </a:cubicBezTo>
                  <a:cubicBezTo>
                    <a:pt x="23904" y="1690138"/>
                    <a:pt x="25330" y="1674695"/>
                    <a:pt x="31601" y="1664478"/>
                  </a:cubicBezTo>
                  <a:cubicBezTo>
                    <a:pt x="44905" y="1640529"/>
                    <a:pt x="65812" y="1622092"/>
                    <a:pt x="85767" y="1603798"/>
                  </a:cubicBezTo>
                  <a:cubicBezTo>
                    <a:pt x="127579" y="1566258"/>
                    <a:pt x="172527" y="1532187"/>
                    <a:pt x="212059" y="1492177"/>
                  </a:cubicBezTo>
                  <a:cubicBezTo>
                    <a:pt x="225600" y="1477161"/>
                    <a:pt x="241564" y="1461195"/>
                    <a:pt x="243988" y="1440145"/>
                  </a:cubicBezTo>
                  <a:cubicBezTo>
                    <a:pt x="244985" y="1422800"/>
                    <a:pt x="226075" y="1414770"/>
                    <a:pt x="212059" y="1411444"/>
                  </a:cubicBezTo>
                  <a:cubicBezTo>
                    <a:pt x="188682" y="1406644"/>
                    <a:pt x="164402" y="1403413"/>
                    <a:pt x="140693" y="1406407"/>
                  </a:cubicBezTo>
                  <a:cubicBezTo>
                    <a:pt x="102444" y="1417431"/>
                    <a:pt x="66762" y="1439004"/>
                    <a:pt x="26280" y="1441333"/>
                  </a:cubicBezTo>
                  <a:cubicBezTo>
                    <a:pt x="15304" y="1442473"/>
                    <a:pt x="1953" y="1437626"/>
                    <a:pt x="242" y="1425414"/>
                  </a:cubicBezTo>
                  <a:cubicBezTo>
                    <a:pt x="-1753" y="1403413"/>
                    <a:pt x="8795" y="1382030"/>
                    <a:pt x="23429" y="1366159"/>
                  </a:cubicBezTo>
                  <a:cubicBezTo>
                    <a:pt x="128434" y="1243562"/>
                    <a:pt x="256816" y="1144153"/>
                    <a:pt x="386338" y="1049069"/>
                  </a:cubicBezTo>
                  <a:cubicBezTo>
                    <a:pt x="502794" y="964059"/>
                    <a:pt x="622386" y="883468"/>
                    <a:pt x="738034" y="797365"/>
                  </a:cubicBezTo>
                  <a:cubicBezTo>
                    <a:pt x="808782" y="752413"/>
                    <a:pt x="882713" y="712260"/>
                    <a:pt x="949945" y="661985"/>
                  </a:cubicBezTo>
                  <a:cubicBezTo>
                    <a:pt x="1003113" y="622498"/>
                    <a:pt x="1054095" y="577640"/>
                    <a:pt x="1089683" y="521141"/>
                  </a:cubicBezTo>
                  <a:cubicBezTo>
                    <a:pt x="1097380" y="512493"/>
                    <a:pt x="1089208" y="499045"/>
                    <a:pt x="1078945" y="497334"/>
                  </a:cubicBezTo>
                  <a:cubicBezTo>
                    <a:pt x="1054143" y="492963"/>
                    <a:pt x="1030006" y="503702"/>
                    <a:pt x="1007104" y="511780"/>
                  </a:cubicBezTo>
                  <a:cubicBezTo>
                    <a:pt x="896635" y="555354"/>
                    <a:pt x="795431" y="619171"/>
                    <a:pt x="685484" y="663934"/>
                  </a:cubicBezTo>
                  <a:cubicBezTo>
                    <a:pt x="666146" y="671822"/>
                    <a:pt x="645715" y="678237"/>
                    <a:pt x="624619" y="676383"/>
                  </a:cubicBezTo>
                  <a:cubicBezTo>
                    <a:pt x="612218" y="647445"/>
                    <a:pt x="629038" y="617888"/>
                    <a:pt x="642057" y="592419"/>
                  </a:cubicBezTo>
                  <a:cubicBezTo>
                    <a:pt x="681731" y="521949"/>
                    <a:pt x="734091" y="459748"/>
                    <a:pt x="785121" y="397356"/>
                  </a:cubicBezTo>
                  <a:cubicBezTo>
                    <a:pt x="855203" y="312821"/>
                    <a:pt x="929134" y="231517"/>
                    <a:pt x="1001735" y="149121"/>
                  </a:cubicBezTo>
                  <a:cubicBezTo>
                    <a:pt x="1040221" y="104786"/>
                    <a:pt x="1079942" y="61402"/>
                    <a:pt x="1114818" y="14074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47977CAE-6EBC-3941-8851-9A3748703345}"/>
                </a:ext>
              </a:extLst>
            </p:cNvPr>
            <p:cNvSpPr/>
            <p:nvPr/>
          </p:nvSpPr>
          <p:spPr>
            <a:xfrm>
              <a:off x="10729828" y="2235102"/>
              <a:ext cx="1461281" cy="2386272"/>
            </a:xfrm>
            <a:custGeom>
              <a:avLst/>
              <a:gdLst>
                <a:gd name="connsiteX0" fmla="*/ 1121118 w 1461281"/>
                <a:gd name="connsiteY0" fmla="*/ 0 h 2386272"/>
                <a:gd name="connsiteX1" fmla="*/ 1158844 w 1461281"/>
                <a:gd name="connsiteY1" fmla="*/ 22381 h 2386272"/>
                <a:gd name="connsiteX2" fmla="*/ 1155328 w 1461281"/>
                <a:gd name="connsiteY2" fmla="*/ 100596 h 2386272"/>
                <a:gd name="connsiteX3" fmla="*/ 1046236 w 1461281"/>
                <a:gd name="connsiteY3" fmla="*/ 295469 h 2386272"/>
                <a:gd name="connsiteX4" fmla="*/ 1041818 w 1461281"/>
                <a:gd name="connsiteY4" fmla="*/ 314238 h 2386272"/>
                <a:gd name="connsiteX5" fmla="*/ 1117459 w 1461281"/>
                <a:gd name="connsiteY5" fmla="*/ 300268 h 2386272"/>
                <a:gd name="connsiteX6" fmla="*/ 1240283 w 1461281"/>
                <a:gd name="connsiteY6" fmla="*/ 232887 h 2386272"/>
                <a:gd name="connsiteX7" fmla="*/ 1331366 w 1461281"/>
                <a:gd name="connsiteY7" fmla="*/ 229418 h 2386272"/>
                <a:gd name="connsiteX8" fmla="*/ 1395129 w 1461281"/>
                <a:gd name="connsiteY8" fmla="*/ 270284 h 2386272"/>
                <a:gd name="connsiteX9" fmla="*/ 1341724 w 1461281"/>
                <a:gd name="connsiteY9" fmla="*/ 434079 h 2386272"/>
                <a:gd name="connsiteX10" fmla="*/ 1176139 w 1461281"/>
                <a:gd name="connsiteY10" fmla="*/ 752499 h 2386272"/>
                <a:gd name="connsiteX11" fmla="*/ 1338303 w 1461281"/>
                <a:gd name="connsiteY11" fmla="*/ 742521 h 2386272"/>
                <a:gd name="connsiteX12" fmla="*/ 1437891 w 1461281"/>
                <a:gd name="connsiteY12" fmla="*/ 748983 h 2386272"/>
                <a:gd name="connsiteX13" fmla="*/ 1460460 w 1461281"/>
                <a:gd name="connsiteY13" fmla="*/ 791654 h 2386272"/>
                <a:gd name="connsiteX14" fmla="*/ 1408623 w 1461281"/>
                <a:gd name="connsiteY14" fmla="*/ 895577 h 2386272"/>
                <a:gd name="connsiteX15" fmla="*/ 1343387 w 1461281"/>
                <a:gd name="connsiteY15" fmla="*/ 944853 h 2386272"/>
                <a:gd name="connsiteX16" fmla="*/ 990170 w 1461281"/>
                <a:gd name="connsiteY16" fmla="*/ 1084605 h 2386272"/>
                <a:gd name="connsiteX17" fmla="*/ 676296 w 1461281"/>
                <a:gd name="connsiteY17" fmla="*/ 1315638 h 2386272"/>
                <a:gd name="connsiteX18" fmla="*/ 796030 w 1461281"/>
                <a:gd name="connsiteY18" fmla="*/ 1262085 h 2386272"/>
                <a:gd name="connsiteX19" fmla="*/ 972495 w 1461281"/>
                <a:gd name="connsiteY19" fmla="*/ 1172228 h 2386272"/>
                <a:gd name="connsiteX20" fmla="*/ 1057498 w 1461281"/>
                <a:gd name="connsiteY20" fmla="*/ 1183110 h 2386272"/>
                <a:gd name="connsiteX21" fmla="*/ 1077311 w 1461281"/>
                <a:gd name="connsiteY21" fmla="*/ 1281568 h 2386272"/>
                <a:gd name="connsiteX22" fmla="*/ 990455 w 1461281"/>
                <a:gd name="connsiteY22" fmla="*/ 1394756 h 2386272"/>
                <a:gd name="connsiteX23" fmla="*/ 895999 w 1461281"/>
                <a:gd name="connsiteY23" fmla="*/ 1499677 h 2386272"/>
                <a:gd name="connsiteX24" fmla="*/ 816509 w 1461281"/>
                <a:gd name="connsiteY24" fmla="*/ 1590722 h 2386272"/>
                <a:gd name="connsiteX25" fmla="*/ 807433 w 1461281"/>
                <a:gd name="connsiteY25" fmla="*/ 1627216 h 2386272"/>
                <a:gd name="connsiteX26" fmla="*/ 859412 w 1461281"/>
                <a:gd name="connsiteY26" fmla="*/ 1644607 h 2386272"/>
                <a:gd name="connsiteX27" fmla="*/ 997297 w 1461281"/>
                <a:gd name="connsiteY27" fmla="*/ 1643039 h 2386272"/>
                <a:gd name="connsiteX28" fmla="*/ 1214957 w 1461281"/>
                <a:gd name="connsiteY28" fmla="*/ 1601223 h 2386272"/>
                <a:gd name="connsiteX29" fmla="*/ 1300008 w 1461281"/>
                <a:gd name="connsiteY29" fmla="*/ 1615051 h 2386272"/>
                <a:gd name="connsiteX30" fmla="*/ 1326947 w 1461281"/>
                <a:gd name="connsiteY30" fmla="*/ 1657390 h 2386272"/>
                <a:gd name="connsiteX31" fmla="*/ 1301480 w 1461281"/>
                <a:gd name="connsiteY31" fmla="*/ 1738551 h 2386272"/>
                <a:gd name="connsiteX32" fmla="*/ 1258100 w 1461281"/>
                <a:gd name="connsiteY32" fmla="*/ 1745251 h 2386272"/>
                <a:gd name="connsiteX33" fmla="*/ 972781 w 1461281"/>
                <a:gd name="connsiteY33" fmla="*/ 1730711 h 2386272"/>
                <a:gd name="connsiteX34" fmla="*/ 907307 w 1461281"/>
                <a:gd name="connsiteY34" fmla="*/ 1743778 h 2386272"/>
                <a:gd name="connsiteX35" fmla="*/ 894573 w 1461281"/>
                <a:gd name="connsiteY35" fmla="*/ 1768915 h 2386272"/>
                <a:gd name="connsiteX36" fmla="*/ 945555 w 1461281"/>
                <a:gd name="connsiteY36" fmla="*/ 2014205 h 2386272"/>
                <a:gd name="connsiteX37" fmla="*/ 944748 w 1461281"/>
                <a:gd name="connsiteY37" fmla="*/ 2213116 h 2386272"/>
                <a:gd name="connsiteX38" fmla="*/ 886258 w 1461281"/>
                <a:gd name="connsiteY38" fmla="*/ 2340370 h 2386272"/>
                <a:gd name="connsiteX39" fmla="*/ 793321 w 1461281"/>
                <a:gd name="connsiteY39" fmla="*/ 2386273 h 2386272"/>
                <a:gd name="connsiteX40" fmla="*/ 306782 w 1461281"/>
                <a:gd name="connsiteY40" fmla="*/ 2118745 h 2386272"/>
                <a:gd name="connsiteX41" fmla="*/ 225581 w 1461281"/>
                <a:gd name="connsiteY41" fmla="*/ 2064479 h 2386272"/>
                <a:gd name="connsiteX42" fmla="*/ 423000 w 1461281"/>
                <a:gd name="connsiteY42" fmla="*/ 2112187 h 2386272"/>
                <a:gd name="connsiteX43" fmla="*/ 625836 w 1461281"/>
                <a:gd name="connsiteY43" fmla="*/ 2203565 h 2386272"/>
                <a:gd name="connsiteX44" fmla="*/ 829812 w 1461281"/>
                <a:gd name="connsiteY44" fmla="*/ 2249325 h 2386272"/>
                <a:gd name="connsiteX45" fmla="*/ 864830 w 1461281"/>
                <a:gd name="connsiteY45" fmla="*/ 2127298 h 2386272"/>
                <a:gd name="connsiteX46" fmla="*/ 839600 w 1461281"/>
                <a:gd name="connsiteY46" fmla="*/ 1890134 h 2386272"/>
                <a:gd name="connsiteX47" fmla="*/ 803584 w 1461281"/>
                <a:gd name="connsiteY47" fmla="*/ 1782458 h 2386272"/>
                <a:gd name="connsiteX48" fmla="*/ 694636 w 1461281"/>
                <a:gd name="connsiteY48" fmla="*/ 1772574 h 2386272"/>
                <a:gd name="connsiteX49" fmla="*/ 497454 w 1461281"/>
                <a:gd name="connsiteY49" fmla="*/ 1837247 h 2386272"/>
                <a:gd name="connsiteX50" fmla="*/ 139202 w 1461281"/>
                <a:gd name="connsiteY50" fmla="*/ 2011306 h 2386272"/>
                <a:gd name="connsiteX51" fmla="*/ 84180 w 1461281"/>
                <a:gd name="connsiteY51" fmla="*/ 2034637 h 2386272"/>
                <a:gd name="connsiteX52" fmla="*/ 11342 w 1461281"/>
                <a:gd name="connsiteY52" fmla="*/ 2024611 h 2386272"/>
                <a:gd name="connsiteX53" fmla="*/ 3217 w 1461281"/>
                <a:gd name="connsiteY53" fmla="*/ 1999616 h 2386272"/>
                <a:gd name="connsiteX54" fmla="*/ 71352 w 1461281"/>
                <a:gd name="connsiteY54" fmla="*/ 1944068 h 2386272"/>
                <a:gd name="connsiteX55" fmla="*/ 381948 w 1461281"/>
                <a:gd name="connsiteY55" fmla="*/ 1797806 h 2386272"/>
                <a:gd name="connsiteX56" fmla="*/ 606450 w 1461281"/>
                <a:gd name="connsiteY56" fmla="*/ 1729095 h 2386272"/>
                <a:gd name="connsiteX57" fmla="*/ 743670 w 1461281"/>
                <a:gd name="connsiteY57" fmla="*/ 1660241 h 2386272"/>
                <a:gd name="connsiteX58" fmla="*/ 772606 w 1461281"/>
                <a:gd name="connsiteY58" fmla="*/ 1499344 h 2386272"/>
                <a:gd name="connsiteX59" fmla="*/ 963325 w 1461281"/>
                <a:gd name="connsiteY59" fmla="*/ 1289456 h 2386272"/>
                <a:gd name="connsiteX60" fmla="*/ 907640 w 1461281"/>
                <a:gd name="connsiteY60" fmla="*/ 1301858 h 2386272"/>
                <a:gd name="connsiteX61" fmla="*/ 611201 w 1461281"/>
                <a:gd name="connsiteY61" fmla="*/ 1427211 h 2386272"/>
                <a:gd name="connsiteX62" fmla="*/ 530809 w 1461281"/>
                <a:gd name="connsiteY62" fmla="*/ 1439234 h 2386272"/>
                <a:gd name="connsiteX63" fmla="*/ 513562 w 1461281"/>
                <a:gd name="connsiteY63" fmla="*/ 1412291 h 2386272"/>
                <a:gd name="connsiteX64" fmla="*/ 770230 w 1461281"/>
                <a:gd name="connsiteY64" fmla="*/ 1150322 h 2386272"/>
                <a:gd name="connsiteX65" fmla="*/ 1230732 w 1461281"/>
                <a:gd name="connsiteY65" fmla="*/ 931168 h 2386272"/>
                <a:gd name="connsiteX66" fmla="*/ 1291217 w 1461281"/>
                <a:gd name="connsiteY66" fmla="*/ 901802 h 2386272"/>
                <a:gd name="connsiteX67" fmla="*/ 1375649 w 1461281"/>
                <a:gd name="connsiteY67" fmla="*/ 834136 h 2386272"/>
                <a:gd name="connsiteX68" fmla="*/ 1381208 w 1461281"/>
                <a:gd name="connsiteY68" fmla="*/ 801633 h 2386272"/>
                <a:gd name="connsiteX69" fmla="*/ 1319155 w 1461281"/>
                <a:gd name="connsiteY69" fmla="*/ 794363 h 2386272"/>
                <a:gd name="connsiteX70" fmla="*/ 1121784 w 1461281"/>
                <a:gd name="connsiteY70" fmla="*/ 841311 h 2386272"/>
                <a:gd name="connsiteX71" fmla="*/ 1024760 w 1461281"/>
                <a:gd name="connsiteY71" fmla="*/ 905698 h 2386272"/>
                <a:gd name="connsiteX72" fmla="*/ 930066 w 1461281"/>
                <a:gd name="connsiteY72" fmla="*/ 936538 h 2386272"/>
                <a:gd name="connsiteX73" fmla="*/ 866920 w 1461281"/>
                <a:gd name="connsiteY73" fmla="*/ 957541 h 2386272"/>
                <a:gd name="connsiteX74" fmla="*/ 532804 w 1461281"/>
                <a:gd name="connsiteY74" fmla="*/ 1202973 h 2386272"/>
                <a:gd name="connsiteX75" fmla="*/ 241735 w 1461281"/>
                <a:gd name="connsiteY75" fmla="*/ 1592242 h 2386272"/>
                <a:gd name="connsiteX76" fmla="*/ 165477 w 1461281"/>
                <a:gd name="connsiteY76" fmla="*/ 1585305 h 2386272"/>
                <a:gd name="connsiteX77" fmla="*/ 118580 w 1461281"/>
                <a:gd name="connsiteY77" fmla="*/ 1491599 h 2386272"/>
                <a:gd name="connsiteX78" fmla="*/ 125517 w 1461281"/>
                <a:gd name="connsiteY78" fmla="*/ 1258807 h 2386272"/>
                <a:gd name="connsiteX79" fmla="*/ 161057 w 1461281"/>
                <a:gd name="connsiteY79" fmla="*/ 1126563 h 2386272"/>
                <a:gd name="connsiteX80" fmla="*/ 193604 w 1461281"/>
                <a:gd name="connsiteY80" fmla="*/ 1077810 h 2386272"/>
                <a:gd name="connsiteX81" fmla="*/ 287587 w 1461281"/>
                <a:gd name="connsiteY81" fmla="*/ 1018839 h 2386272"/>
                <a:gd name="connsiteX82" fmla="*/ 262356 w 1461281"/>
                <a:gd name="connsiteY82" fmla="*/ 1117535 h 2386272"/>
                <a:gd name="connsiteX83" fmla="*/ 207716 w 1461281"/>
                <a:gd name="connsiteY83" fmla="*/ 1319773 h 2386272"/>
                <a:gd name="connsiteX84" fmla="*/ 211707 w 1461281"/>
                <a:gd name="connsiteY84" fmla="*/ 1364915 h 2386272"/>
                <a:gd name="connsiteX85" fmla="*/ 295854 w 1461281"/>
                <a:gd name="connsiteY85" fmla="*/ 1274820 h 2386272"/>
                <a:gd name="connsiteX86" fmla="*/ 402331 w 1461281"/>
                <a:gd name="connsiteY86" fmla="*/ 1153221 h 2386272"/>
                <a:gd name="connsiteX87" fmla="*/ 460156 w 1461281"/>
                <a:gd name="connsiteY87" fmla="*/ 1072630 h 2386272"/>
                <a:gd name="connsiteX88" fmla="*/ 418439 w 1461281"/>
                <a:gd name="connsiteY88" fmla="*/ 804342 h 2386272"/>
                <a:gd name="connsiteX89" fmla="*/ 361613 w 1461281"/>
                <a:gd name="connsiteY89" fmla="*/ 605288 h 2386272"/>
                <a:gd name="connsiteX90" fmla="*/ 327735 w 1461281"/>
                <a:gd name="connsiteY90" fmla="*/ 553635 h 2386272"/>
                <a:gd name="connsiteX91" fmla="*/ 396250 w 1461281"/>
                <a:gd name="connsiteY91" fmla="*/ 547601 h 2386272"/>
                <a:gd name="connsiteX92" fmla="*/ 440818 w 1461281"/>
                <a:gd name="connsiteY92" fmla="*/ 602389 h 2386272"/>
                <a:gd name="connsiteX93" fmla="*/ 482250 w 1461281"/>
                <a:gd name="connsiteY93" fmla="*/ 808191 h 2386272"/>
                <a:gd name="connsiteX94" fmla="*/ 523777 w 1461281"/>
                <a:gd name="connsiteY94" fmla="*/ 854426 h 2386272"/>
                <a:gd name="connsiteX95" fmla="*/ 611582 w 1461281"/>
                <a:gd name="connsiteY95" fmla="*/ 716338 h 2386272"/>
                <a:gd name="connsiteX96" fmla="*/ 544493 w 1461281"/>
                <a:gd name="connsiteY96" fmla="*/ 304022 h 2386272"/>
                <a:gd name="connsiteX97" fmla="*/ 448752 w 1461281"/>
                <a:gd name="connsiteY97" fmla="*/ 29176 h 2386272"/>
                <a:gd name="connsiteX98" fmla="*/ 556941 w 1461281"/>
                <a:gd name="connsiteY98" fmla="*/ 86958 h 2386272"/>
                <a:gd name="connsiteX99" fmla="*/ 632820 w 1461281"/>
                <a:gd name="connsiteY99" fmla="*/ 292903 h 2386272"/>
                <a:gd name="connsiteX100" fmla="*/ 649450 w 1461281"/>
                <a:gd name="connsiteY100" fmla="*/ 526265 h 2386272"/>
                <a:gd name="connsiteX101" fmla="*/ 711456 w 1461281"/>
                <a:gd name="connsiteY101" fmla="*/ 820641 h 2386272"/>
                <a:gd name="connsiteX102" fmla="*/ 691974 w 1461281"/>
                <a:gd name="connsiteY102" fmla="*/ 905983 h 2386272"/>
                <a:gd name="connsiteX103" fmla="*/ 612770 w 1461281"/>
                <a:gd name="connsiteY103" fmla="*/ 924753 h 2386272"/>
                <a:gd name="connsiteX104" fmla="*/ 540359 w 1461281"/>
                <a:gd name="connsiteY104" fmla="*/ 934494 h 2386272"/>
                <a:gd name="connsiteX105" fmla="*/ 519975 w 1461281"/>
                <a:gd name="connsiteY105" fmla="*/ 1006199 h 2386272"/>
                <a:gd name="connsiteX106" fmla="*/ 702998 w 1461281"/>
                <a:gd name="connsiteY106" fmla="*/ 950033 h 2386272"/>
                <a:gd name="connsiteX107" fmla="*/ 785244 w 1461281"/>
                <a:gd name="connsiteY107" fmla="*/ 920144 h 2386272"/>
                <a:gd name="connsiteX108" fmla="*/ 762247 w 1461281"/>
                <a:gd name="connsiteY108" fmla="*/ 896622 h 2386272"/>
                <a:gd name="connsiteX109" fmla="*/ 774601 w 1461281"/>
                <a:gd name="connsiteY109" fmla="*/ 841549 h 2386272"/>
                <a:gd name="connsiteX110" fmla="*/ 861171 w 1461281"/>
                <a:gd name="connsiteY110" fmla="*/ 704078 h 2386272"/>
                <a:gd name="connsiteX111" fmla="*/ 870009 w 1461281"/>
                <a:gd name="connsiteY111" fmla="*/ 662547 h 2386272"/>
                <a:gd name="connsiteX112" fmla="*/ 789615 w 1461281"/>
                <a:gd name="connsiteY112" fmla="*/ 628192 h 2386272"/>
                <a:gd name="connsiteX113" fmla="*/ 778260 w 1461281"/>
                <a:gd name="connsiteY113" fmla="*/ 607616 h 2386272"/>
                <a:gd name="connsiteX114" fmla="*/ 853996 w 1461281"/>
                <a:gd name="connsiteY114" fmla="*/ 607141 h 2386272"/>
                <a:gd name="connsiteX115" fmla="*/ 942989 w 1461281"/>
                <a:gd name="connsiteY115" fmla="*/ 547791 h 2386272"/>
                <a:gd name="connsiteX116" fmla="*/ 1011837 w 1461281"/>
                <a:gd name="connsiteY116" fmla="*/ 430611 h 2386272"/>
                <a:gd name="connsiteX117" fmla="*/ 938238 w 1461281"/>
                <a:gd name="connsiteY117" fmla="*/ 448858 h 2386272"/>
                <a:gd name="connsiteX118" fmla="*/ 873097 w 1461281"/>
                <a:gd name="connsiteY118" fmla="*/ 507733 h 2386272"/>
                <a:gd name="connsiteX119" fmla="*/ 787192 w 1461281"/>
                <a:gd name="connsiteY119" fmla="*/ 551212 h 2386272"/>
                <a:gd name="connsiteX120" fmla="*/ 739631 w 1461281"/>
                <a:gd name="connsiteY120" fmla="*/ 516239 h 2386272"/>
                <a:gd name="connsiteX121" fmla="*/ 747803 w 1461281"/>
                <a:gd name="connsiteY121" fmla="*/ 463303 h 2386272"/>
                <a:gd name="connsiteX122" fmla="*/ 778308 w 1461281"/>
                <a:gd name="connsiteY122" fmla="*/ 466915 h 2386272"/>
                <a:gd name="connsiteX123" fmla="*/ 771560 w 1461281"/>
                <a:gd name="connsiteY123" fmla="*/ 442062 h 2386272"/>
                <a:gd name="connsiteX124" fmla="*/ 756023 w 1461281"/>
                <a:gd name="connsiteY124" fmla="*/ 452849 h 2386272"/>
                <a:gd name="connsiteX125" fmla="*/ 746901 w 1461281"/>
                <a:gd name="connsiteY125" fmla="*/ 457886 h 2386272"/>
                <a:gd name="connsiteX126" fmla="*/ 703900 w 1461281"/>
                <a:gd name="connsiteY126" fmla="*/ 420299 h 2386272"/>
                <a:gd name="connsiteX127" fmla="*/ 776549 w 1461281"/>
                <a:gd name="connsiteY127" fmla="*/ 372686 h 2386272"/>
                <a:gd name="connsiteX128" fmla="*/ 844684 w 1461281"/>
                <a:gd name="connsiteY128" fmla="*/ 363562 h 2386272"/>
                <a:gd name="connsiteX129" fmla="*/ 1017919 w 1461281"/>
                <a:gd name="connsiteY129" fmla="*/ 243294 h 2386272"/>
                <a:gd name="connsiteX130" fmla="*/ 1121118 w 1461281"/>
                <a:gd name="connsiteY130" fmla="*/ 0 h 2386272"/>
                <a:gd name="connsiteX131" fmla="*/ 1163168 w 1461281"/>
                <a:gd name="connsiteY131" fmla="*/ 308204 h 2386272"/>
                <a:gd name="connsiteX132" fmla="*/ 1090187 w 1461281"/>
                <a:gd name="connsiteY132" fmla="*/ 358715 h 2386272"/>
                <a:gd name="connsiteX133" fmla="*/ 1109430 w 1461281"/>
                <a:gd name="connsiteY133" fmla="*/ 724606 h 2386272"/>
                <a:gd name="connsiteX134" fmla="*/ 1154806 w 1461281"/>
                <a:gd name="connsiteY134" fmla="*/ 665208 h 2386272"/>
                <a:gd name="connsiteX135" fmla="*/ 1267603 w 1461281"/>
                <a:gd name="connsiteY135" fmla="*/ 469528 h 2386272"/>
                <a:gd name="connsiteX136" fmla="*/ 1342864 w 1461281"/>
                <a:gd name="connsiteY136" fmla="*/ 307111 h 2386272"/>
                <a:gd name="connsiteX137" fmla="*/ 1281334 w 1461281"/>
                <a:gd name="connsiteY137" fmla="*/ 277934 h 2386272"/>
                <a:gd name="connsiteX138" fmla="*/ 1163168 w 1461281"/>
                <a:gd name="connsiteY138" fmla="*/ 308204 h 2386272"/>
                <a:gd name="connsiteX139" fmla="*/ 1041961 w 1461281"/>
                <a:gd name="connsiteY139" fmla="*/ 567463 h 2386272"/>
                <a:gd name="connsiteX140" fmla="*/ 998533 w 1461281"/>
                <a:gd name="connsiteY140" fmla="*/ 644585 h 2386272"/>
                <a:gd name="connsiteX141" fmla="*/ 1022575 w 1461281"/>
                <a:gd name="connsiteY141" fmla="*/ 689918 h 2386272"/>
                <a:gd name="connsiteX142" fmla="*/ 1046474 w 1461281"/>
                <a:gd name="connsiteY142" fmla="*/ 676755 h 2386272"/>
                <a:gd name="connsiteX143" fmla="*/ 1046855 w 1461281"/>
                <a:gd name="connsiteY143" fmla="*/ 592410 h 2386272"/>
                <a:gd name="connsiteX144" fmla="*/ 1041961 w 1461281"/>
                <a:gd name="connsiteY144" fmla="*/ 567463 h 2386272"/>
                <a:gd name="connsiteX145" fmla="*/ 940994 w 1461281"/>
                <a:gd name="connsiteY145" fmla="*/ 737103 h 2386272"/>
                <a:gd name="connsiteX146" fmla="*/ 909587 w 1461281"/>
                <a:gd name="connsiteY146" fmla="*/ 767230 h 2386272"/>
                <a:gd name="connsiteX147" fmla="*/ 828197 w 1461281"/>
                <a:gd name="connsiteY147" fmla="*/ 908882 h 2386272"/>
                <a:gd name="connsiteX148" fmla="*/ 917332 w 1461281"/>
                <a:gd name="connsiteY148" fmla="*/ 865498 h 2386272"/>
                <a:gd name="connsiteX149" fmla="*/ 947741 w 1461281"/>
                <a:gd name="connsiteY149" fmla="*/ 821258 h 2386272"/>
                <a:gd name="connsiteX150" fmla="*/ 953632 w 1461281"/>
                <a:gd name="connsiteY150" fmla="*/ 749458 h 2386272"/>
                <a:gd name="connsiteX151" fmla="*/ 940994 w 1461281"/>
                <a:gd name="connsiteY151" fmla="*/ 737103 h 2386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461281" h="2386272">
                  <a:moveTo>
                    <a:pt x="1121118" y="0"/>
                  </a:moveTo>
                  <a:cubicBezTo>
                    <a:pt x="1135372" y="3469"/>
                    <a:pt x="1151527" y="8173"/>
                    <a:pt x="1158844" y="22381"/>
                  </a:cubicBezTo>
                  <a:cubicBezTo>
                    <a:pt x="1171435" y="46996"/>
                    <a:pt x="1163406" y="75839"/>
                    <a:pt x="1155328" y="100596"/>
                  </a:cubicBezTo>
                  <a:cubicBezTo>
                    <a:pt x="1130004" y="171113"/>
                    <a:pt x="1086813" y="233125"/>
                    <a:pt x="1046236" y="295469"/>
                  </a:cubicBezTo>
                  <a:cubicBezTo>
                    <a:pt x="1043908" y="300981"/>
                    <a:pt x="1033598" y="309487"/>
                    <a:pt x="1041818" y="314238"/>
                  </a:cubicBezTo>
                  <a:cubicBezTo>
                    <a:pt x="1065813" y="332248"/>
                    <a:pt x="1095509" y="312623"/>
                    <a:pt x="1117459" y="300268"/>
                  </a:cubicBezTo>
                  <a:cubicBezTo>
                    <a:pt x="1157276" y="275891"/>
                    <a:pt x="1195904" y="248521"/>
                    <a:pt x="1240283" y="232887"/>
                  </a:cubicBezTo>
                  <a:cubicBezTo>
                    <a:pt x="1269313" y="222908"/>
                    <a:pt x="1301765" y="219392"/>
                    <a:pt x="1331366" y="229418"/>
                  </a:cubicBezTo>
                  <a:cubicBezTo>
                    <a:pt x="1355930" y="236831"/>
                    <a:pt x="1376979" y="252465"/>
                    <a:pt x="1395129" y="270284"/>
                  </a:cubicBezTo>
                  <a:cubicBezTo>
                    <a:pt x="1388953" y="327924"/>
                    <a:pt x="1364388" y="381382"/>
                    <a:pt x="1341724" y="434079"/>
                  </a:cubicBezTo>
                  <a:cubicBezTo>
                    <a:pt x="1291977" y="542944"/>
                    <a:pt x="1235389" y="648577"/>
                    <a:pt x="1176139" y="752499"/>
                  </a:cubicBezTo>
                  <a:cubicBezTo>
                    <a:pt x="1230304" y="751929"/>
                    <a:pt x="1284280" y="746370"/>
                    <a:pt x="1338303" y="742521"/>
                  </a:cubicBezTo>
                  <a:cubicBezTo>
                    <a:pt x="1371324" y="740952"/>
                    <a:pt x="1406152" y="737103"/>
                    <a:pt x="1437891" y="748983"/>
                  </a:cubicBezTo>
                  <a:cubicBezTo>
                    <a:pt x="1455377" y="754733"/>
                    <a:pt x="1464119" y="774215"/>
                    <a:pt x="1460460" y="791654"/>
                  </a:cubicBezTo>
                  <a:cubicBezTo>
                    <a:pt x="1453428" y="830429"/>
                    <a:pt x="1429766" y="863264"/>
                    <a:pt x="1408623" y="895577"/>
                  </a:cubicBezTo>
                  <a:cubicBezTo>
                    <a:pt x="1393799" y="919574"/>
                    <a:pt x="1366811" y="931216"/>
                    <a:pt x="1343387" y="944853"/>
                  </a:cubicBezTo>
                  <a:cubicBezTo>
                    <a:pt x="1230542" y="1003111"/>
                    <a:pt x="1107482" y="1037086"/>
                    <a:pt x="990170" y="1084605"/>
                  </a:cubicBezTo>
                  <a:cubicBezTo>
                    <a:pt x="877896" y="1149610"/>
                    <a:pt x="759586" y="1213379"/>
                    <a:pt x="676296" y="1315638"/>
                  </a:cubicBezTo>
                  <a:cubicBezTo>
                    <a:pt x="720435" y="1309461"/>
                    <a:pt x="758067" y="1283611"/>
                    <a:pt x="796030" y="1262085"/>
                  </a:cubicBezTo>
                  <a:cubicBezTo>
                    <a:pt x="853426" y="1229630"/>
                    <a:pt x="908732" y="1191378"/>
                    <a:pt x="972495" y="1172228"/>
                  </a:cubicBezTo>
                  <a:cubicBezTo>
                    <a:pt x="1000386" y="1164863"/>
                    <a:pt x="1034358" y="1162535"/>
                    <a:pt x="1057498" y="1183110"/>
                  </a:cubicBezTo>
                  <a:cubicBezTo>
                    <a:pt x="1081491" y="1208817"/>
                    <a:pt x="1090757" y="1248495"/>
                    <a:pt x="1077311" y="1281568"/>
                  </a:cubicBezTo>
                  <a:cubicBezTo>
                    <a:pt x="1059588" y="1326758"/>
                    <a:pt x="1022765" y="1360020"/>
                    <a:pt x="990455" y="1394756"/>
                  </a:cubicBezTo>
                  <a:cubicBezTo>
                    <a:pt x="957053" y="1428019"/>
                    <a:pt x="928973" y="1466081"/>
                    <a:pt x="895999" y="1499677"/>
                  </a:cubicBezTo>
                  <a:cubicBezTo>
                    <a:pt x="869058" y="1529613"/>
                    <a:pt x="839933" y="1557839"/>
                    <a:pt x="816509" y="1590722"/>
                  </a:cubicBezTo>
                  <a:cubicBezTo>
                    <a:pt x="810141" y="1601271"/>
                    <a:pt x="799973" y="1614671"/>
                    <a:pt x="807433" y="1627216"/>
                  </a:cubicBezTo>
                  <a:cubicBezTo>
                    <a:pt x="820072" y="1641994"/>
                    <a:pt x="841453" y="1642327"/>
                    <a:pt x="859412" y="1644607"/>
                  </a:cubicBezTo>
                  <a:cubicBezTo>
                    <a:pt x="905216" y="1647506"/>
                    <a:pt x="951542" y="1647221"/>
                    <a:pt x="997297" y="1643039"/>
                  </a:cubicBezTo>
                  <a:cubicBezTo>
                    <a:pt x="1068615" y="1623889"/>
                    <a:pt x="1140742" y="1604550"/>
                    <a:pt x="1214957" y="1601223"/>
                  </a:cubicBezTo>
                  <a:cubicBezTo>
                    <a:pt x="1243608" y="1600415"/>
                    <a:pt x="1273969" y="1601413"/>
                    <a:pt x="1300008" y="1615051"/>
                  </a:cubicBezTo>
                  <a:cubicBezTo>
                    <a:pt x="1315639" y="1623129"/>
                    <a:pt x="1326424" y="1639618"/>
                    <a:pt x="1326947" y="1657390"/>
                  </a:cubicBezTo>
                  <a:cubicBezTo>
                    <a:pt x="1327897" y="1686233"/>
                    <a:pt x="1316542" y="1714459"/>
                    <a:pt x="1301480" y="1738551"/>
                  </a:cubicBezTo>
                  <a:cubicBezTo>
                    <a:pt x="1288556" y="1746202"/>
                    <a:pt x="1272449" y="1744586"/>
                    <a:pt x="1258100" y="1745251"/>
                  </a:cubicBezTo>
                  <a:cubicBezTo>
                    <a:pt x="1162883" y="1743303"/>
                    <a:pt x="1068188" y="1727337"/>
                    <a:pt x="972781" y="1730711"/>
                  </a:cubicBezTo>
                  <a:cubicBezTo>
                    <a:pt x="950544" y="1732089"/>
                    <a:pt x="927215" y="1732896"/>
                    <a:pt x="907307" y="1743778"/>
                  </a:cubicBezTo>
                  <a:cubicBezTo>
                    <a:pt x="898279" y="1748245"/>
                    <a:pt x="890772" y="1758604"/>
                    <a:pt x="894573" y="1768915"/>
                  </a:cubicBezTo>
                  <a:cubicBezTo>
                    <a:pt x="917190" y="1849364"/>
                    <a:pt x="935910" y="1931143"/>
                    <a:pt x="945555" y="2014205"/>
                  </a:cubicBezTo>
                  <a:cubicBezTo>
                    <a:pt x="953110" y="2080160"/>
                    <a:pt x="955818" y="2147398"/>
                    <a:pt x="944748" y="2213116"/>
                  </a:cubicBezTo>
                  <a:cubicBezTo>
                    <a:pt x="936338" y="2259351"/>
                    <a:pt x="919565" y="2306062"/>
                    <a:pt x="886258" y="2340370"/>
                  </a:cubicBezTo>
                  <a:cubicBezTo>
                    <a:pt x="861504" y="2365697"/>
                    <a:pt x="827721" y="2380000"/>
                    <a:pt x="793321" y="2386273"/>
                  </a:cubicBezTo>
                  <a:cubicBezTo>
                    <a:pt x="631205" y="2296986"/>
                    <a:pt x="466760" y="2211881"/>
                    <a:pt x="306782" y="2118745"/>
                  </a:cubicBezTo>
                  <a:cubicBezTo>
                    <a:pt x="278939" y="2101828"/>
                    <a:pt x="249861" y="2086337"/>
                    <a:pt x="225581" y="2064479"/>
                  </a:cubicBezTo>
                  <a:cubicBezTo>
                    <a:pt x="294333" y="2062008"/>
                    <a:pt x="360567" y="2085767"/>
                    <a:pt x="423000" y="2112187"/>
                  </a:cubicBezTo>
                  <a:cubicBezTo>
                    <a:pt x="491134" y="2141506"/>
                    <a:pt x="557036" y="2175719"/>
                    <a:pt x="625836" y="2203565"/>
                  </a:cubicBezTo>
                  <a:cubicBezTo>
                    <a:pt x="690739" y="2229367"/>
                    <a:pt x="759255" y="2250370"/>
                    <a:pt x="829812" y="2249325"/>
                  </a:cubicBezTo>
                  <a:cubicBezTo>
                    <a:pt x="856562" y="2214684"/>
                    <a:pt x="862787" y="2169779"/>
                    <a:pt x="864830" y="2127298"/>
                  </a:cubicBezTo>
                  <a:cubicBezTo>
                    <a:pt x="867918" y="2047562"/>
                    <a:pt x="857608" y="1967732"/>
                    <a:pt x="839600" y="1890134"/>
                  </a:cubicBezTo>
                  <a:cubicBezTo>
                    <a:pt x="830857" y="1853260"/>
                    <a:pt x="820025" y="1816671"/>
                    <a:pt x="803584" y="1782458"/>
                  </a:cubicBezTo>
                  <a:cubicBezTo>
                    <a:pt x="770088" y="1764734"/>
                    <a:pt x="730841" y="1766539"/>
                    <a:pt x="694636" y="1772574"/>
                  </a:cubicBezTo>
                  <a:cubicBezTo>
                    <a:pt x="626169" y="1784501"/>
                    <a:pt x="561264" y="1810589"/>
                    <a:pt x="497454" y="1837247"/>
                  </a:cubicBezTo>
                  <a:cubicBezTo>
                    <a:pt x="375201" y="1889327"/>
                    <a:pt x="258603" y="1953286"/>
                    <a:pt x="139202" y="2011306"/>
                  </a:cubicBezTo>
                  <a:cubicBezTo>
                    <a:pt x="120908" y="2019242"/>
                    <a:pt x="103471" y="2029696"/>
                    <a:pt x="84180" y="2034637"/>
                  </a:cubicBezTo>
                  <a:cubicBezTo>
                    <a:pt x="59759" y="2034685"/>
                    <a:pt x="34053" y="2034495"/>
                    <a:pt x="11342" y="2024611"/>
                  </a:cubicBezTo>
                  <a:cubicBezTo>
                    <a:pt x="984" y="2021142"/>
                    <a:pt x="-3577" y="2008407"/>
                    <a:pt x="3217" y="1999616"/>
                  </a:cubicBezTo>
                  <a:cubicBezTo>
                    <a:pt x="19752" y="1974764"/>
                    <a:pt x="46597" y="1959559"/>
                    <a:pt x="71352" y="1944068"/>
                  </a:cubicBezTo>
                  <a:cubicBezTo>
                    <a:pt x="170560" y="1886713"/>
                    <a:pt x="276563" y="1842426"/>
                    <a:pt x="381948" y="1797806"/>
                  </a:cubicBezTo>
                  <a:cubicBezTo>
                    <a:pt x="456117" y="1772954"/>
                    <a:pt x="532662" y="1755420"/>
                    <a:pt x="606450" y="1729095"/>
                  </a:cubicBezTo>
                  <a:cubicBezTo>
                    <a:pt x="654534" y="1711941"/>
                    <a:pt x="704993" y="1695024"/>
                    <a:pt x="743670" y="1660241"/>
                  </a:cubicBezTo>
                  <a:cubicBezTo>
                    <a:pt x="739821" y="1605405"/>
                    <a:pt x="745570" y="1548145"/>
                    <a:pt x="772606" y="1499344"/>
                  </a:cubicBezTo>
                  <a:cubicBezTo>
                    <a:pt x="819026" y="1415189"/>
                    <a:pt x="902698" y="1362064"/>
                    <a:pt x="963325" y="1289456"/>
                  </a:cubicBezTo>
                  <a:cubicBezTo>
                    <a:pt x="943702" y="1286652"/>
                    <a:pt x="925457" y="1295301"/>
                    <a:pt x="907640" y="1301858"/>
                  </a:cubicBezTo>
                  <a:cubicBezTo>
                    <a:pt x="808430" y="1342724"/>
                    <a:pt x="713260" y="1393521"/>
                    <a:pt x="611201" y="1427211"/>
                  </a:cubicBezTo>
                  <a:cubicBezTo>
                    <a:pt x="585259" y="1434814"/>
                    <a:pt x="558081" y="1443510"/>
                    <a:pt x="530809" y="1439234"/>
                  </a:cubicBezTo>
                  <a:cubicBezTo>
                    <a:pt x="518740" y="1437950"/>
                    <a:pt x="505531" y="1424218"/>
                    <a:pt x="513562" y="1412291"/>
                  </a:cubicBezTo>
                  <a:cubicBezTo>
                    <a:pt x="573761" y="1303949"/>
                    <a:pt x="666603" y="1216848"/>
                    <a:pt x="770230" y="1150322"/>
                  </a:cubicBezTo>
                  <a:cubicBezTo>
                    <a:pt x="913674" y="1057614"/>
                    <a:pt x="1074697" y="998502"/>
                    <a:pt x="1230732" y="931168"/>
                  </a:cubicBezTo>
                  <a:cubicBezTo>
                    <a:pt x="1251211" y="922187"/>
                    <a:pt x="1272781" y="914964"/>
                    <a:pt x="1291217" y="901802"/>
                  </a:cubicBezTo>
                  <a:cubicBezTo>
                    <a:pt x="1320770" y="881274"/>
                    <a:pt x="1351654" y="861364"/>
                    <a:pt x="1375649" y="834136"/>
                  </a:cubicBezTo>
                  <a:cubicBezTo>
                    <a:pt x="1382491" y="825678"/>
                    <a:pt x="1392421" y="810662"/>
                    <a:pt x="1381208" y="801633"/>
                  </a:cubicBezTo>
                  <a:cubicBezTo>
                    <a:pt x="1362868" y="790039"/>
                    <a:pt x="1339633" y="793650"/>
                    <a:pt x="1319155" y="794363"/>
                  </a:cubicBezTo>
                  <a:cubicBezTo>
                    <a:pt x="1251638" y="801111"/>
                    <a:pt x="1185689" y="819072"/>
                    <a:pt x="1121784" y="841311"/>
                  </a:cubicBezTo>
                  <a:cubicBezTo>
                    <a:pt x="1083392" y="852288"/>
                    <a:pt x="1056975" y="884125"/>
                    <a:pt x="1024760" y="905698"/>
                  </a:cubicBezTo>
                  <a:cubicBezTo>
                    <a:pt x="997915" y="926796"/>
                    <a:pt x="963849" y="936205"/>
                    <a:pt x="930066" y="936538"/>
                  </a:cubicBezTo>
                  <a:cubicBezTo>
                    <a:pt x="906832" y="935112"/>
                    <a:pt x="887018" y="948180"/>
                    <a:pt x="866920" y="957541"/>
                  </a:cubicBezTo>
                  <a:cubicBezTo>
                    <a:pt x="741959" y="1018364"/>
                    <a:pt x="629352" y="1103232"/>
                    <a:pt x="532804" y="1202973"/>
                  </a:cubicBezTo>
                  <a:cubicBezTo>
                    <a:pt x="419627" y="1319630"/>
                    <a:pt x="326500" y="1454012"/>
                    <a:pt x="241735" y="1592242"/>
                  </a:cubicBezTo>
                  <a:cubicBezTo>
                    <a:pt x="216649" y="1599323"/>
                    <a:pt x="187475" y="1601793"/>
                    <a:pt x="165477" y="1585305"/>
                  </a:cubicBezTo>
                  <a:cubicBezTo>
                    <a:pt x="136208" y="1563304"/>
                    <a:pt x="125279" y="1525907"/>
                    <a:pt x="118580" y="1491599"/>
                  </a:cubicBezTo>
                  <a:cubicBezTo>
                    <a:pt x="105133" y="1414429"/>
                    <a:pt x="113117" y="1335549"/>
                    <a:pt x="125517" y="1258807"/>
                  </a:cubicBezTo>
                  <a:cubicBezTo>
                    <a:pt x="133737" y="1213902"/>
                    <a:pt x="144475" y="1169187"/>
                    <a:pt x="161057" y="1126563"/>
                  </a:cubicBezTo>
                  <a:cubicBezTo>
                    <a:pt x="168660" y="1108601"/>
                    <a:pt x="175787" y="1088311"/>
                    <a:pt x="193604" y="1077810"/>
                  </a:cubicBezTo>
                  <a:cubicBezTo>
                    <a:pt x="224583" y="1057662"/>
                    <a:pt x="255134" y="1036659"/>
                    <a:pt x="287587" y="1018839"/>
                  </a:cubicBezTo>
                  <a:cubicBezTo>
                    <a:pt x="283547" y="1052720"/>
                    <a:pt x="271717" y="1084937"/>
                    <a:pt x="262356" y="1117535"/>
                  </a:cubicBezTo>
                  <a:cubicBezTo>
                    <a:pt x="242401" y="1184441"/>
                    <a:pt x="220165" y="1250966"/>
                    <a:pt x="207716" y="1319773"/>
                  </a:cubicBezTo>
                  <a:cubicBezTo>
                    <a:pt x="204580" y="1334931"/>
                    <a:pt x="204200" y="1350897"/>
                    <a:pt x="211707" y="1364915"/>
                  </a:cubicBezTo>
                  <a:cubicBezTo>
                    <a:pt x="249576" y="1346098"/>
                    <a:pt x="270766" y="1307085"/>
                    <a:pt x="295854" y="1274820"/>
                  </a:cubicBezTo>
                  <a:cubicBezTo>
                    <a:pt x="323744" y="1228062"/>
                    <a:pt x="367172" y="1194087"/>
                    <a:pt x="402331" y="1153221"/>
                  </a:cubicBezTo>
                  <a:cubicBezTo>
                    <a:pt x="423618" y="1128131"/>
                    <a:pt x="449607" y="1104562"/>
                    <a:pt x="460156" y="1072630"/>
                  </a:cubicBezTo>
                  <a:cubicBezTo>
                    <a:pt x="437729" y="984721"/>
                    <a:pt x="431173" y="893914"/>
                    <a:pt x="418439" y="804342"/>
                  </a:cubicBezTo>
                  <a:cubicBezTo>
                    <a:pt x="408461" y="736011"/>
                    <a:pt x="395062" y="666491"/>
                    <a:pt x="361613" y="605288"/>
                  </a:cubicBezTo>
                  <a:cubicBezTo>
                    <a:pt x="352157" y="586851"/>
                    <a:pt x="336715" y="572310"/>
                    <a:pt x="327735" y="553635"/>
                  </a:cubicBezTo>
                  <a:cubicBezTo>
                    <a:pt x="349307" y="545557"/>
                    <a:pt x="373728" y="538715"/>
                    <a:pt x="396250" y="547601"/>
                  </a:cubicBezTo>
                  <a:cubicBezTo>
                    <a:pt x="419104" y="557199"/>
                    <a:pt x="432075" y="580388"/>
                    <a:pt x="440818" y="602389"/>
                  </a:cubicBezTo>
                  <a:cubicBezTo>
                    <a:pt x="463909" y="668915"/>
                    <a:pt x="462864" y="740762"/>
                    <a:pt x="482250" y="808191"/>
                  </a:cubicBezTo>
                  <a:cubicBezTo>
                    <a:pt x="487951" y="828814"/>
                    <a:pt x="500020" y="851718"/>
                    <a:pt x="523777" y="854426"/>
                  </a:cubicBezTo>
                  <a:cubicBezTo>
                    <a:pt x="550195" y="806623"/>
                    <a:pt x="590010" y="766755"/>
                    <a:pt x="611582" y="716338"/>
                  </a:cubicBezTo>
                  <a:cubicBezTo>
                    <a:pt x="612248" y="576349"/>
                    <a:pt x="584214" y="437738"/>
                    <a:pt x="544493" y="304022"/>
                  </a:cubicBezTo>
                  <a:cubicBezTo>
                    <a:pt x="517267" y="210791"/>
                    <a:pt x="482535" y="120079"/>
                    <a:pt x="448752" y="29176"/>
                  </a:cubicBezTo>
                  <a:cubicBezTo>
                    <a:pt x="490612" y="33548"/>
                    <a:pt x="530523" y="53886"/>
                    <a:pt x="556941" y="86958"/>
                  </a:cubicBezTo>
                  <a:cubicBezTo>
                    <a:pt x="604264" y="145026"/>
                    <a:pt x="621465" y="220532"/>
                    <a:pt x="632820" y="292903"/>
                  </a:cubicBezTo>
                  <a:cubicBezTo>
                    <a:pt x="645127" y="370120"/>
                    <a:pt x="644556" y="448477"/>
                    <a:pt x="649450" y="526265"/>
                  </a:cubicBezTo>
                  <a:cubicBezTo>
                    <a:pt x="678767" y="622062"/>
                    <a:pt x="708890" y="719569"/>
                    <a:pt x="711456" y="820641"/>
                  </a:cubicBezTo>
                  <a:cubicBezTo>
                    <a:pt x="710885" y="849769"/>
                    <a:pt x="708604" y="881036"/>
                    <a:pt x="691974" y="905983"/>
                  </a:cubicBezTo>
                  <a:cubicBezTo>
                    <a:pt x="675013" y="931311"/>
                    <a:pt x="639330" y="936348"/>
                    <a:pt x="612770" y="924753"/>
                  </a:cubicBezTo>
                  <a:cubicBezTo>
                    <a:pt x="589060" y="914917"/>
                    <a:pt x="559840" y="916865"/>
                    <a:pt x="540359" y="934494"/>
                  </a:cubicBezTo>
                  <a:cubicBezTo>
                    <a:pt x="521686" y="951934"/>
                    <a:pt x="506909" y="981395"/>
                    <a:pt x="519975" y="1006199"/>
                  </a:cubicBezTo>
                  <a:cubicBezTo>
                    <a:pt x="580983" y="987620"/>
                    <a:pt x="641944" y="968755"/>
                    <a:pt x="702998" y="950033"/>
                  </a:cubicBezTo>
                  <a:cubicBezTo>
                    <a:pt x="730794" y="941337"/>
                    <a:pt x="759159" y="933592"/>
                    <a:pt x="785244" y="920144"/>
                  </a:cubicBezTo>
                  <a:cubicBezTo>
                    <a:pt x="776501" y="913586"/>
                    <a:pt x="764956" y="908217"/>
                    <a:pt x="762247" y="896622"/>
                  </a:cubicBezTo>
                  <a:cubicBezTo>
                    <a:pt x="757781" y="877425"/>
                    <a:pt x="766713" y="858608"/>
                    <a:pt x="774601" y="841549"/>
                  </a:cubicBezTo>
                  <a:cubicBezTo>
                    <a:pt x="798785" y="792890"/>
                    <a:pt x="834563" y="751311"/>
                    <a:pt x="861171" y="704078"/>
                  </a:cubicBezTo>
                  <a:cubicBezTo>
                    <a:pt x="866872" y="691676"/>
                    <a:pt x="878370" y="675805"/>
                    <a:pt x="870009" y="662547"/>
                  </a:cubicBezTo>
                  <a:cubicBezTo>
                    <a:pt x="842070" y="654232"/>
                    <a:pt x="812945" y="646439"/>
                    <a:pt x="789615" y="628192"/>
                  </a:cubicBezTo>
                  <a:cubicBezTo>
                    <a:pt x="783486" y="622965"/>
                    <a:pt x="775979" y="616597"/>
                    <a:pt x="778260" y="607616"/>
                  </a:cubicBezTo>
                  <a:cubicBezTo>
                    <a:pt x="801969" y="594976"/>
                    <a:pt x="828862" y="609374"/>
                    <a:pt x="853996" y="607141"/>
                  </a:cubicBezTo>
                  <a:cubicBezTo>
                    <a:pt x="891390" y="603435"/>
                    <a:pt x="921323" y="576682"/>
                    <a:pt x="942989" y="547791"/>
                  </a:cubicBezTo>
                  <a:cubicBezTo>
                    <a:pt x="969455" y="510964"/>
                    <a:pt x="990313" y="470431"/>
                    <a:pt x="1011837" y="430611"/>
                  </a:cubicBezTo>
                  <a:cubicBezTo>
                    <a:pt x="985799" y="424671"/>
                    <a:pt x="961283" y="438974"/>
                    <a:pt x="938238" y="448858"/>
                  </a:cubicBezTo>
                  <a:cubicBezTo>
                    <a:pt x="909920" y="460262"/>
                    <a:pt x="895618" y="488963"/>
                    <a:pt x="873097" y="507733"/>
                  </a:cubicBezTo>
                  <a:cubicBezTo>
                    <a:pt x="849198" y="529068"/>
                    <a:pt x="821212" y="552828"/>
                    <a:pt x="787192" y="551212"/>
                  </a:cubicBezTo>
                  <a:cubicBezTo>
                    <a:pt x="765621" y="550262"/>
                    <a:pt x="750607" y="532870"/>
                    <a:pt x="739631" y="516239"/>
                  </a:cubicBezTo>
                  <a:cubicBezTo>
                    <a:pt x="742292" y="498562"/>
                    <a:pt x="745808" y="481075"/>
                    <a:pt x="747803" y="463303"/>
                  </a:cubicBezTo>
                  <a:cubicBezTo>
                    <a:pt x="757876" y="464491"/>
                    <a:pt x="767901" y="466629"/>
                    <a:pt x="778308" y="466915"/>
                  </a:cubicBezTo>
                  <a:cubicBezTo>
                    <a:pt x="785482" y="459359"/>
                    <a:pt x="780398" y="445721"/>
                    <a:pt x="771560" y="442062"/>
                  </a:cubicBezTo>
                  <a:cubicBezTo>
                    <a:pt x="763958" y="440114"/>
                    <a:pt x="759777" y="448097"/>
                    <a:pt x="756023" y="452849"/>
                  </a:cubicBezTo>
                  <a:cubicBezTo>
                    <a:pt x="753742" y="454132"/>
                    <a:pt x="749181" y="456651"/>
                    <a:pt x="746901" y="457886"/>
                  </a:cubicBezTo>
                  <a:cubicBezTo>
                    <a:pt x="731887" y="446102"/>
                    <a:pt x="717775" y="433319"/>
                    <a:pt x="703900" y="420299"/>
                  </a:cubicBezTo>
                  <a:cubicBezTo>
                    <a:pt x="721291" y="396160"/>
                    <a:pt x="750749" y="385421"/>
                    <a:pt x="776549" y="372686"/>
                  </a:cubicBezTo>
                  <a:cubicBezTo>
                    <a:pt x="798880" y="367886"/>
                    <a:pt x="822353" y="369550"/>
                    <a:pt x="844684" y="363562"/>
                  </a:cubicBezTo>
                  <a:cubicBezTo>
                    <a:pt x="915764" y="348974"/>
                    <a:pt x="977294" y="302596"/>
                    <a:pt x="1017919" y="243294"/>
                  </a:cubicBezTo>
                  <a:cubicBezTo>
                    <a:pt x="1068663" y="170401"/>
                    <a:pt x="1097884" y="85058"/>
                    <a:pt x="1121118" y="0"/>
                  </a:cubicBezTo>
                  <a:moveTo>
                    <a:pt x="1163168" y="308204"/>
                  </a:moveTo>
                  <a:cubicBezTo>
                    <a:pt x="1136512" y="321224"/>
                    <a:pt x="1109573" y="335764"/>
                    <a:pt x="1090187" y="358715"/>
                  </a:cubicBezTo>
                  <a:cubicBezTo>
                    <a:pt x="1085768" y="481075"/>
                    <a:pt x="1103824" y="602627"/>
                    <a:pt x="1109430" y="724606"/>
                  </a:cubicBezTo>
                  <a:cubicBezTo>
                    <a:pt x="1127676" y="707405"/>
                    <a:pt x="1141026" y="685974"/>
                    <a:pt x="1154806" y="665208"/>
                  </a:cubicBezTo>
                  <a:cubicBezTo>
                    <a:pt x="1195002" y="601534"/>
                    <a:pt x="1232063" y="535911"/>
                    <a:pt x="1267603" y="469528"/>
                  </a:cubicBezTo>
                  <a:cubicBezTo>
                    <a:pt x="1294685" y="416355"/>
                    <a:pt x="1323764" y="363800"/>
                    <a:pt x="1342864" y="307111"/>
                  </a:cubicBezTo>
                  <a:cubicBezTo>
                    <a:pt x="1328943" y="287295"/>
                    <a:pt x="1304948" y="277744"/>
                    <a:pt x="1281334" y="277934"/>
                  </a:cubicBezTo>
                  <a:cubicBezTo>
                    <a:pt x="1240140" y="278077"/>
                    <a:pt x="1200229" y="291287"/>
                    <a:pt x="1163168" y="308204"/>
                  </a:cubicBezTo>
                  <a:moveTo>
                    <a:pt x="1041961" y="567463"/>
                  </a:moveTo>
                  <a:cubicBezTo>
                    <a:pt x="1018821" y="586708"/>
                    <a:pt x="1003474" y="615077"/>
                    <a:pt x="998533" y="644585"/>
                  </a:cubicBezTo>
                  <a:cubicBezTo>
                    <a:pt x="994685" y="662975"/>
                    <a:pt x="1003855" y="684026"/>
                    <a:pt x="1022575" y="689918"/>
                  </a:cubicBezTo>
                  <a:cubicBezTo>
                    <a:pt x="1032601" y="695905"/>
                    <a:pt x="1043956" y="686687"/>
                    <a:pt x="1046474" y="676755"/>
                  </a:cubicBezTo>
                  <a:cubicBezTo>
                    <a:pt x="1053744" y="649147"/>
                    <a:pt x="1048612" y="620351"/>
                    <a:pt x="1046855" y="592410"/>
                  </a:cubicBezTo>
                  <a:cubicBezTo>
                    <a:pt x="1045191" y="584142"/>
                    <a:pt x="1046855" y="574638"/>
                    <a:pt x="1041961" y="567463"/>
                  </a:cubicBezTo>
                  <a:moveTo>
                    <a:pt x="940994" y="737103"/>
                  </a:moveTo>
                  <a:cubicBezTo>
                    <a:pt x="927405" y="743233"/>
                    <a:pt x="918568" y="755968"/>
                    <a:pt x="909587" y="767230"/>
                  </a:cubicBezTo>
                  <a:cubicBezTo>
                    <a:pt x="877420" y="811232"/>
                    <a:pt x="850576" y="859225"/>
                    <a:pt x="828197" y="908882"/>
                  </a:cubicBezTo>
                  <a:cubicBezTo>
                    <a:pt x="860173" y="900139"/>
                    <a:pt x="891390" y="886548"/>
                    <a:pt x="917332" y="865498"/>
                  </a:cubicBezTo>
                  <a:cubicBezTo>
                    <a:pt x="930778" y="853761"/>
                    <a:pt x="946031" y="840266"/>
                    <a:pt x="947741" y="821258"/>
                  </a:cubicBezTo>
                  <a:cubicBezTo>
                    <a:pt x="951399" y="797547"/>
                    <a:pt x="956579" y="773502"/>
                    <a:pt x="953632" y="749458"/>
                  </a:cubicBezTo>
                  <a:cubicBezTo>
                    <a:pt x="952920" y="743423"/>
                    <a:pt x="948596" y="733350"/>
                    <a:pt x="940994" y="737103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9F549E70-56FE-E759-FA22-78CC6D7AF510}"/>
                </a:ext>
              </a:extLst>
            </p:cNvPr>
            <p:cNvSpPr/>
            <p:nvPr/>
          </p:nvSpPr>
          <p:spPr>
            <a:xfrm>
              <a:off x="3076518" y="2397120"/>
              <a:ext cx="1737834" cy="2061485"/>
            </a:xfrm>
            <a:custGeom>
              <a:avLst/>
              <a:gdLst>
                <a:gd name="connsiteX0" fmla="*/ 1178328 w 1737834"/>
                <a:gd name="connsiteY0" fmla="*/ 17507 h 2061485"/>
                <a:gd name="connsiteX1" fmla="*/ 1213441 w 1737834"/>
                <a:gd name="connsiteY1" fmla="*/ 448 h 2061485"/>
                <a:gd name="connsiteX2" fmla="*/ 1297208 w 1737834"/>
                <a:gd name="connsiteY2" fmla="*/ 69967 h 2061485"/>
                <a:gd name="connsiteX3" fmla="*/ 1291316 w 1737834"/>
                <a:gd name="connsiteY3" fmla="*/ 130553 h 2061485"/>
                <a:gd name="connsiteX4" fmla="*/ 1267274 w 1737834"/>
                <a:gd name="connsiteY4" fmla="*/ 306988 h 2061485"/>
                <a:gd name="connsiteX5" fmla="*/ 1223514 w 1737834"/>
                <a:gd name="connsiteY5" fmla="*/ 483708 h 2061485"/>
                <a:gd name="connsiteX6" fmla="*/ 1246938 w 1737834"/>
                <a:gd name="connsiteY6" fmla="*/ 487557 h 2061485"/>
                <a:gd name="connsiteX7" fmla="*/ 1422739 w 1737834"/>
                <a:gd name="connsiteY7" fmla="*/ 423550 h 2061485"/>
                <a:gd name="connsiteX8" fmla="*/ 1650281 w 1737834"/>
                <a:gd name="connsiteY8" fmla="*/ 424358 h 2061485"/>
                <a:gd name="connsiteX9" fmla="*/ 1722930 w 1737834"/>
                <a:gd name="connsiteY9" fmla="*/ 449068 h 2061485"/>
                <a:gd name="connsiteX10" fmla="*/ 1734428 w 1737834"/>
                <a:gd name="connsiteY10" fmla="*/ 485419 h 2061485"/>
                <a:gd name="connsiteX11" fmla="*/ 1527221 w 1737834"/>
                <a:gd name="connsiteY11" fmla="*/ 757746 h 2061485"/>
                <a:gd name="connsiteX12" fmla="*/ 1319159 w 1737834"/>
                <a:gd name="connsiteY12" fmla="*/ 857250 h 2061485"/>
                <a:gd name="connsiteX13" fmla="*/ 1116418 w 1737834"/>
                <a:gd name="connsiteY13" fmla="*/ 835724 h 2061485"/>
                <a:gd name="connsiteX14" fmla="*/ 1071043 w 1737834"/>
                <a:gd name="connsiteY14" fmla="*/ 905813 h 2061485"/>
                <a:gd name="connsiteX15" fmla="*/ 987989 w 1737834"/>
                <a:gd name="connsiteY15" fmla="*/ 1117840 h 2061485"/>
                <a:gd name="connsiteX16" fmla="*/ 1049471 w 1737834"/>
                <a:gd name="connsiteY16" fmla="*/ 1092893 h 2061485"/>
                <a:gd name="connsiteX17" fmla="*/ 1065959 w 1737834"/>
                <a:gd name="connsiteY17" fmla="*/ 1070227 h 2061485"/>
                <a:gd name="connsiteX18" fmla="*/ 1123450 w 1737834"/>
                <a:gd name="connsiteY18" fmla="*/ 1092228 h 2061485"/>
                <a:gd name="connsiteX19" fmla="*/ 1334601 w 1737834"/>
                <a:gd name="connsiteY19" fmla="*/ 1037534 h 2061485"/>
                <a:gd name="connsiteX20" fmla="*/ 1532923 w 1737834"/>
                <a:gd name="connsiteY20" fmla="*/ 990301 h 2061485"/>
                <a:gd name="connsiteX21" fmla="*/ 1589416 w 1737834"/>
                <a:gd name="connsiteY21" fmla="*/ 1014820 h 2061485"/>
                <a:gd name="connsiteX22" fmla="*/ 1695372 w 1737834"/>
                <a:gd name="connsiteY22" fmla="*/ 1113421 h 2061485"/>
                <a:gd name="connsiteX23" fmla="*/ 1681355 w 1737834"/>
                <a:gd name="connsiteY23" fmla="*/ 1226229 h 2061485"/>
                <a:gd name="connsiteX24" fmla="*/ 1648048 w 1737834"/>
                <a:gd name="connsiteY24" fmla="*/ 1264054 h 2061485"/>
                <a:gd name="connsiteX25" fmla="*/ 1579771 w 1737834"/>
                <a:gd name="connsiteY25" fmla="*/ 1283108 h 2061485"/>
                <a:gd name="connsiteX26" fmla="*/ 1519952 w 1737834"/>
                <a:gd name="connsiteY26" fmla="*/ 1251129 h 2061485"/>
                <a:gd name="connsiteX27" fmla="*/ 1430246 w 1737834"/>
                <a:gd name="connsiteY27" fmla="*/ 1203373 h 2061485"/>
                <a:gd name="connsiteX28" fmla="*/ 1233539 w 1737834"/>
                <a:gd name="connsiteY28" fmla="*/ 1178711 h 2061485"/>
                <a:gd name="connsiteX29" fmla="*/ 1187546 w 1737834"/>
                <a:gd name="connsiteY29" fmla="*/ 1229128 h 2061485"/>
                <a:gd name="connsiteX30" fmla="*/ 1174242 w 1737834"/>
                <a:gd name="connsiteY30" fmla="*/ 1451798 h 2061485"/>
                <a:gd name="connsiteX31" fmla="*/ 1164454 w 1737834"/>
                <a:gd name="connsiteY31" fmla="*/ 1499697 h 2061485"/>
                <a:gd name="connsiteX32" fmla="*/ 1199614 w 1737834"/>
                <a:gd name="connsiteY32" fmla="*/ 1514332 h 2061485"/>
                <a:gd name="connsiteX33" fmla="*/ 1457043 w 1737834"/>
                <a:gd name="connsiteY33" fmla="*/ 1544031 h 2061485"/>
                <a:gd name="connsiteX34" fmla="*/ 1522802 w 1737834"/>
                <a:gd name="connsiteY34" fmla="*/ 1556053 h 2061485"/>
                <a:gd name="connsiteX35" fmla="*/ 1547462 w 1737834"/>
                <a:gd name="connsiteY35" fmla="*/ 1619158 h 2061485"/>
                <a:gd name="connsiteX36" fmla="*/ 1521377 w 1737834"/>
                <a:gd name="connsiteY36" fmla="*/ 1654891 h 2061485"/>
                <a:gd name="connsiteX37" fmla="*/ 1437183 w 1737834"/>
                <a:gd name="connsiteY37" fmla="*/ 1671523 h 2061485"/>
                <a:gd name="connsiteX38" fmla="*/ 1119269 w 1737834"/>
                <a:gd name="connsiteY38" fmla="*/ 1656602 h 2061485"/>
                <a:gd name="connsiteX39" fmla="*/ 1053035 w 1737834"/>
                <a:gd name="connsiteY39" fmla="*/ 1724125 h 2061485"/>
                <a:gd name="connsiteX40" fmla="*/ 923085 w 1737834"/>
                <a:gd name="connsiteY40" fmla="*/ 1940429 h 2061485"/>
                <a:gd name="connsiteX41" fmla="*/ 789714 w 1737834"/>
                <a:gd name="connsiteY41" fmla="*/ 2049911 h 2061485"/>
                <a:gd name="connsiteX42" fmla="*/ 708371 w 1737834"/>
                <a:gd name="connsiteY42" fmla="*/ 2058702 h 2061485"/>
                <a:gd name="connsiteX43" fmla="*/ 530052 w 1737834"/>
                <a:gd name="connsiteY43" fmla="*/ 2007857 h 2061485"/>
                <a:gd name="connsiteX44" fmla="*/ 484914 w 1737834"/>
                <a:gd name="connsiteY44" fmla="*/ 1977683 h 2061485"/>
                <a:gd name="connsiteX45" fmla="*/ 491139 w 1737834"/>
                <a:gd name="connsiteY45" fmla="*/ 1956347 h 2061485"/>
                <a:gd name="connsiteX46" fmla="*/ 691409 w 1737834"/>
                <a:gd name="connsiteY46" fmla="*/ 1960339 h 2061485"/>
                <a:gd name="connsiteX47" fmla="*/ 807912 w 1737834"/>
                <a:gd name="connsiteY47" fmla="*/ 1916574 h 2061485"/>
                <a:gd name="connsiteX48" fmla="*/ 908974 w 1737834"/>
                <a:gd name="connsiteY48" fmla="*/ 1779057 h 2061485"/>
                <a:gd name="connsiteX49" fmla="*/ 964565 w 1737834"/>
                <a:gd name="connsiteY49" fmla="*/ 1637832 h 2061485"/>
                <a:gd name="connsiteX50" fmla="*/ 947412 w 1737834"/>
                <a:gd name="connsiteY50" fmla="*/ 1616402 h 2061485"/>
                <a:gd name="connsiteX51" fmla="*/ 830814 w 1737834"/>
                <a:gd name="connsiteY51" fmla="*/ 1603096 h 2061485"/>
                <a:gd name="connsiteX52" fmla="*/ 788289 w 1737834"/>
                <a:gd name="connsiteY52" fmla="*/ 1537616 h 2061485"/>
                <a:gd name="connsiteX53" fmla="*/ 781304 w 1737834"/>
                <a:gd name="connsiteY53" fmla="*/ 1372680 h 2061485"/>
                <a:gd name="connsiteX54" fmla="*/ 676014 w 1737834"/>
                <a:gd name="connsiteY54" fmla="*/ 1399576 h 2061485"/>
                <a:gd name="connsiteX55" fmla="*/ 222734 w 1737834"/>
                <a:gd name="connsiteY55" fmla="*/ 1592595 h 2061485"/>
                <a:gd name="connsiteX56" fmla="*/ 187717 w 1737834"/>
                <a:gd name="connsiteY56" fmla="*/ 1602811 h 2061485"/>
                <a:gd name="connsiteX57" fmla="*/ 33677 w 1737834"/>
                <a:gd name="connsiteY57" fmla="*/ 1591217 h 2061485"/>
                <a:gd name="connsiteX58" fmla="*/ 180 w 1737834"/>
                <a:gd name="connsiteY58" fmla="*/ 1570974 h 2061485"/>
                <a:gd name="connsiteX59" fmla="*/ 28546 w 1737834"/>
                <a:gd name="connsiteY59" fmla="*/ 1531154 h 2061485"/>
                <a:gd name="connsiteX60" fmla="*/ 233520 w 1737834"/>
                <a:gd name="connsiteY60" fmla="*/ 1417253 h 2061485"/>
                <a:gd name="connsiteX61" fmla="*/ 272433 w 1737834"/>
                <a:gd name="connsiteY61" fmla="*/ 1399766 h 2061485"/>
                <a:gd name="connsiteX62" fmla="*/ 794893 w 1737834"/>
                <a:gd name="connsiteY62" fmla="*/ 1208410 h 2061485"/>
                <a:gd name="connsiteX63" fmla="*/ 836278 w 1737834"/>
                <a:gd name="connsiteY63" fmla="*/ 1165406 h 2061485"/>
                <a:gd name="connsiteX64" fmla="*/ 950643 w 1737834"/>
                <a:gd name="connsiteY64" fmla="*/ 938126 h 2061485"/>
                <a:gd name="connsiteX65" fmla="*/ 990412 w 1737834"/>
                <a:gd name="connsiteY65" fmla="*/ 794906 h 2061485"/>
                <a:gd name="connsiteX66" fmla="*/ 951831 w 1737834"/>
                <a:gd name="connsiteY66" fmla="*/ 824652 h 2061485"/>
                <a:gd name="connsiteX67" fmla="*/ 876189 w 1737834"/>
                <a:gd name="connsiteY67" fmla="*/ 886236 h 2061485"/>
                <a:gd name="connsiteX68" fmla="*/ 852290 w 1737834"/>
                <a:gd name="connsiteY68" fmla="*/ 897735 h 2061485"/>
                <a:gd name="connsiteX69" fmla="*/ 870250 w 1737834"/>
                <a:gd name="connsiteY69" fmla="*/ 861431 h 2061485"/>
                <a:gd name="connsiteX70" fmla="*/ 970789 w 1737834"/>
                <a:gd name="connsiteY70" fmla="*/ 715408 h 2061485"/>
                <a:gd name="connsiteX71" fmla="*/ 1030656 w 1737834"/>
                <a:gd name="connsiteY71" fmla="*/ 485704 h 2061485"/>
                <a:gd name="connsiteX72" fmla="*/ 1051562 w 1737834"/>
                <a:gd name="connsiteY72" fmla="*/ 464939 h 2061485"/>
                <a:gd name="connsiteX73" fmla="*/ 1085582 w 1737834"/>
                <a:gd name="connsiteY73" fmla="*/ 511269 h 2061485"/>
                <a:gd name="connsiteX74" fmla="*/ 1180086 w 1737834"/>
                <a:gd name="connsiteY74" fmla="*/ 258614 h 2061485"/>
                <a:gd name="connsiteX75" fmla="*/ 1209117 w 1737834"/>
                <a:gd name="connsiteY75" fmla="*/ 131265 h 2061485"/>
                <a:gd name="connsiteX76" fmla="*/ 1200232 w 1737834"/>
                <a:gd name="connsiteY76" fmla="*/ 74386 h 2061485"/>
                <a:gd name="connsiteX77" fmla="*/ 1178328 w 1737834"/>
                <a:gd name="connsiteY77" fmla="*/ 17507 h 2061485"/>
                <a:gd name="connsiteX78" fmla="*/ 1514060 w 1737834"/>
                <a:gd name="connsiteY78" fmla="*/ 479337 h 2061485"/>
                <a:gd name="connsiteX79" fmla="*/ 1250406 w 1737834"/>
                <a:gd name="connsiteY79" fmla="*/ 576654 h 2061485"/>
                <a:gd name="connsiteX80" fmla="*/ 1169111 w 1737834"/>
                <a:gd name="connsiteY80" fmla="*/ 665703 h 2061485"/>
                <a:gd name="connsiteX81" fmla="*/ 1212966 w 1737834"/>
                <a:gd name="connsiteY81" fmla="*/ 740640 h 2061485"/>
                <a:gd name="connsiteX82" fmla="*/ 1266039 w 1737834"/>
                <a:gd name="connsiteY82" fmla="*/ 759124 h 2061485"/>
                <a:gd name="connsiteX83" fmla="*/ 1457519 w 1737834"/>
                <a:gd name="connsiteY83" fmla="*/ 669838 h 2061485"/>
                <a:gd name="connsiteX84" fmla="*/ 1604953 w 1737834"/>
                <a:gd name="connsiteY84" fmla="*/ 507895 h 2061485"/>
                <a:gd name="connsiteX85" fmla="*/ 1593265 w 1737834"/>
                <a:gd name="connsiteY85" fmla="*/ 482948 h 2061485"/>
                <a:gd name="connsiteX86" fmla="*/ 1514060 w 1737834"/>
                <a:gd name="connsiteY86" fmla="*/ 479337 h 2061485"/>
                <a:gd name="connsiteX87" fmla="*/ 1037688 w 1737834"/>
                <a:gd name="connsiteY87" fmla="*/ 1277691 h 2061485"/>
                <a:gd name="connsiteX88" fmla="*/ 934251 w 1737834"/>
                <a:gd name="connsiteY88" fmla="*/ 1311809 h 2061485"/>
                <a:gd name="connsiteX89" fmla="*/ 903985 w 1737834"/>
                <a:gd name="connsiteY89" fmla="*/ 1328346 h 2061485"/>
                <a:gd name="connsiteX90" fmla="*/ 863170 w 1737834"/>
                <a:gd name="connsiteY90" fmla="*/ 1409792 h 2061485"/>
                <a:gd name="connsiteX91" fmla="*/ 891869 w 1737834"/>
                <a:gd name="connsiteY91" fmla="*/ 1470093 h 2061485"/>
                <a:gd name="connsiteX92" fmla="*/ 995638 w 1737834"/>
                <a:gd name="connsiteY92" fmla="*/ 1510959 h 2061485"/>
                <a:gd name="connsiteX93" fmla="*/ 1022436 w 1737834"/>
                <a:gd name="connsiteY93" fmla="*/ 1484158 h 2061485"/>
                <a:gd name="connsiteX94" fmla="*/ 1057501 w 1737834"/>
                <a:gd name="connsiteY94" fmla="*/ 1409269 h 2061485"/>
                <a:gd name="connsiteX95" fmla="*/ 1085772 w 1737834"/>
                <a:gd name="connsiteY95" fmla="*/ 1305062 h 2061485"/>
                <a:gd name="connsiteX96" fmla="*/ 1077695 w 1737834"/>
                <a:gd name="connsiteY96" fmla="*/ 1274793 h 2061485"/>
                <a:gd name="connsiteX97" fmla="*/ 1037688 w 1737834"/>
                <a:gd name="connsiteY97" fmla="*/ 1277691 h 2061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737834" h="2061485">
                  <a:moveTo>
                    <a:pt x="1178328" y="17507"/>
                  </a:moveTo>
                  <a:cubicBezTo>
                    <a:pt x="1181607" y="2158"/>
                    <a:pt x="1200137" y="-1406"/>
                    <a:pt x="1213441" y="448"/>
                  </a:cubicBezTo>
                  <a:cubicBezTo>
                    <a:pt x="1250882" y="5294"/>
                    <a:pt x="1289700" y="31002"/>
                    <a:pt x="1297208" y="69967"/>
                  </a:cubicBezTo>
                  <a:cubicBezTo>
                    <a:pt x="1298966" y="90352"/>
                    <a:pt x="1293311" y="110405"/>
                    <a:pt x="1291316" y="130553"/>
                  </a:cubicBezTo>
                  <a:cubicBezTo>
                    <a:pt x="1283286" y="189333"/>
                    <a:pt x="1275161" y="248160"/>
                    <a:pt x="1267274" y="306988"/>
                  </a:cubicBezTo>
                  <a:cubicBezTo>
                    <a:pt x="1258817" y="367289"/>
                    <a:pt x="1233397" y="423835"/>
                    <a:pt x="1223514" y="483708"/>
                  </a:cubicBezTo>
                  <a:cubicBezTo>
                    <a:pt x="1223609" y="497394"/>
                    <a:pt x="1239383" y="489981"/>
                    <a:pt x="1246938" y="487557"/>
                  </a:cubicBezTo>
                  <a:cubicBezTo>
                    <a:pt x="1304762" y="464321"/>
                    <a:pt x="1361969" y="438186"/>
                    <a:pt x="1422739" y="423550"/>
                  </a:cubicBezTo>
                  <a:cubicBezTo>
                    <a:pt x="1498428" y="419226"/>
                    <a:pt x="1574830" y="413904"/>
                    <a:pt x="1650281" y="424358"/>
                  </a:cubicBezTo>
                  <a:cubicBezTo>
                    <a:pt x="1675464" y="428492"/>
                    <a:pt x="1702024" y="433434"/>
                    <a:pt x="1722930" y="449068"/>
                  </a:cubicBezTo>
                  <a:cubicBezTo>
                    <a:pt x="1733288" y="457098"/>
                    <a:pt x="1743266" y="472874"/>
                    <a:pt x="1734428" y="485419"/>
                  </a:cubicBezTo>
                  <a:cubicBezTo>
                    <a:pt x="1675749" y="583259"/>
                    <a:pt x="1613363" y="681527"/>
                    <a:pt x="1527221" y="757746"/>
                  </a:cubicBezTo>
                  <a:cubicBezTo>
                    <a:pt x="1469064" y="809446"/>
                    <a:pt x="1396986" y="847461"/>
                    <a:pt x="1319159" y="857250"/>
                  </a:cubicBezTo>
                  <a:cubicBezTo>
                    <a:pt x="1251072" y="866753"/>
                    <a:pt x="1181607" y="856157"/>
                    <a:pt x="1116418" y="835724"/>
                  </a:cubicBezTo>
                  <a:cubicBezTo>
                    <a:pt x="1094799" y="854161"/>
                    <a:pt x="1083729" y="881151"/>
                    <a:pt x="1071043" y="905813"/>
                  </a:cubicBezTo>
                  <a:cubicBezTo>
                    <a:pt x="1039113" y="974715"/>
                    <a:pt x="1010178" y="1045184"/>
                    <a:pt x="987989" y="1117840"/>
                  </a:cubicBezTo>
                  <a:cubicBezTo>
                    <a:pt x="1009940" y="1116937"/>
                    <a:pt x="1038353" y="1115512"/>
                    <a:pt x="1049471" y="1092893"/>
                  </a:cubicBezTo>
                  <a:cubicBezTo>
                    <a:pt x="1054793" y="1085480"/>
                    <a:pt x="1056409" y="1073315"/>
                    <a:pt x="1065959" y="1070227"/>
                  </a:cubicBezTo>
                  <a:cubicBezTo>
                    <a:pt x="1087482" y="1070369"/>
                    <a:pt x="1103209" y="1088521"/>
                    <a:pt x="1123450" y="1092228"/>
                  </a:cubicBezTo>
                  <a:cubicBezTo>
                    <a:pt x="1197001" y="1090089"/>
                    <a:pt x="1265801" y="1060723"/>
                    <a:pt x="1334601" y="1037534"/>
                  </a:cubicBezTo>
                  <a:cubicBezTo>
                    <a:pt x="1398839" y="1015676"/>
                    <a:pt x="1464218" y="991251"/>
                    <a:pt x="1532923" y="990301"/>
                  </a:cubicBezTo>
                  <a:cubicBezTo>
                    <a:pt x="1553021" y="994625"/>
                    <a:pt x="1571029" y="1005839"/>
                    <a:pt x="1589416" y="1014820"/>
                  </a:cubicBezTo>
                  <a:cubicBezTo>
                    <a:pt x="1631846" y="1038009"/>
                    <a:pt x="1675416" y="1067470"/>
                    <a:pt x="1695372" y="1113421"/>
                  </a:cubicBezTo>
                  <a:cubicBezTo>
                    <a:pt x="1711574" y="1150247"/>
                    <a:pt x="1701834" y="1193109"/>
                    <a:pt x="1681355" y="1226229"/>
                  </a:cubicBezTo>
                  <a:cubicBezTo>
                    <a:pt x="1672138" y="1240152"/>
                    <a:pt x="1664203" y="1257068"/>
                    <a:pt x="1648048" y="1264054"/>
                  </a:cubicBezTo>
                  <a:cubicBezTo>
                    <a:pt x="1626715" y="1274128"/>
                    <a:pt x="1604003" y="1285057"/>
                    <a:pt x="1579771" y="1283108"/>
                  </a:cubicBezTo>
                  <a:cubicBezTo>
                    <a:pt x="1556394" y="1280590"/>
                    <a:pt x="1538434" y="1263959"/>
                    <a:pt x="1519952" y="1251129"/>
                  </a:cubicBezTo>
                  <a:cubicBezTo>
                    <a:pt x="1492108" y="1231789"/>
                    <a:pt x="1463980" y="1210786"/>
                    <a:pt x="1430246" y="1203373"/>
                  </a:cubicBezTo>
                  <a:cubicBezTo>
                    <a:pt x="1366387" y="1186694"/>
                    <a:pt x="1299963" y="1168257"/>
                    <a:pt x="1233539" y="1178711"/>
                  </a:cubicBezTo>
                  <a:cubicBezTo>
                    <a:pt x="1209117" y="1182180"/>
                    <a:pt x="1184315" y="1202375"/>
                    <a:pt x="1187546" y="1229128"/>
                  </a:cubicBezTo>
                  <a:cubicBezTo>
                    <a:pt x="1194911" y="1303304"/>
                    <a:pt x="1195861" y="1379713"/>
                    <a:pt x="1174242" y="1451798"/>
                  </a:cubicBezTo>
                  <a:cubicBezTo>
                    <a:pt x="1170489" y="1467574"/>
                    <a:pt x="1162649" y="1483160"/>
                    <a:pt x="1164454" y="1499697"/>
                  </a:cubicBezTo>
                  <a:cubicBezTo>
                    <a:pt x="1170964" y="1512099"/>
                    <a:pt x="1187498" y="1511861"/>
                    <a:pt x="1199614" y="1514332"/>
                  </a:cubicBezTo>
                  <a:cubicBezTo>
                    <a:pt x="1285472" y="1523598"/>
                    <a:pt x="1371994" y="1528350"/>
                    <a:pt x="1457043" y="1544031"/>
                  </a:cubicBezTo>
                  <a:cubicBezTo>
                    <a:pt x="1478852" y="1548070"/>
                    <a:pt x="1502276" y="1546692"/>
                    <a:pt x="1522802" y="1556053"/>
                  </a:cubicBezTo>
                  <a:cubicBezTo>
                    <a:pt x="1543851" y="1569073"/>
                    <a:pt x="1543946" y="1597347"/>
                    <a:pt x="1547462" y="1619158"/>
                  </a:cubicBezTo>
                  <a:cubicBezTo>
                    <a:pt x="1550598" y="1636407"/>
                    <a:pt x="1535488" y="1648809"/>
                    <a:pt x="1521377" y="1654891"/>
                  </a:cubicBezTo>
                  <a:cubicBezTo>
                    <a:pt x="1494912" y="1666486"/>
                    <a:pt x="1465643" y="1669099"/>
                    <a:pt x="1437183" y="1671523"/>
                  </a:cubicBezTo>
                  <a:cubicBezTo>
                    <a:pt x="1330942" y="1678698"/>
                    <a:pt x="1224892" y="1665583"/>
                    <a:pt x="1119269" y="1656602"/>
                  </a:cubicBezTo>
                  <a:cubicBezTo>
                    <a:pt x="1089193" y="1669004"/>
                    <a:pt x="1070472" y="1698038"/>
                    <a:pt x="1053035" y="1724125"/>
                  </a:cubicBezTo>
                  <a:cubicBezTo>
                    <a:pt x="1008562" y="1795498"/>
                    <a:pt x="973545" y="1872810"/>
                    <a:pt x="923085" y="1940429"/>
                  </a:cubicBezTo>
                  <a:cubicBezTo>
                    <a:pt x="888400" y="1986806"/>
                    <a:pt x="844973" y="2029573"/>
                    <a:pt x="789714" y="2049911"/>
                  </a:cubicBezTo>
                  <a:cubicBezTo>
                    <a:pt x="763772" y="2058559"/>
                    <a:pt x="735549" y="2065592"/>
                    <a:pt x="708371" y="2058702"/>
                  </a:cubicBezTo>
                  <a:cubicBezTo>
                    <a:pt x="648076" y="2045254"/>
                    <a:pt x="587401" y="2031284"/>
                    <a:pt x="530052" y="2007857"/>
                  </a:cubicBezTo>
                  <a:cubicBezTo>
                    <a:pt x="513945" y="1999969"/>
                    <a:pt x="495130" y="1993316"/>
                    <a:pt x="484914" y="1977683"/>
                  </a:cubicBezTo>
                  <a:cubicBezTo>
                    <a:pt x="480068" y="1969890"/>
                    <a:pt x="487433" y="1962715"/>
                    <a:pt x="491139" y="1956347"/>
                  </a:cubicBezTo>
                  <a:cubicBezTo>
                    <a:pt x="557800" y="1959769"/>
                    <a:pt x="624747" y="1966326"/>
                    <a:pt x="691409" y="1960339"/>
                  </a:cubicBezTo>
                  <a:cubicBezTo>
                    <a:pt x="733221" y="1956822"/>
                    <a:pt x="775270" y="1943755"/>
                    <a:pt x="807912" y="1916574"/>
                  </a:cubicBezTo>
                  <a:cubicBezTo>
                    <a:pt x="852527" y="1879985"/>
                    <a:pt x="881035" y="1828571"/>
                    <a:pt x="908974" y="1779057"/>
                  </a:cubicBezTo>
                  <a:cubicBezTo>
                    <a:pt x="931923" y="1734057"/>
                    <a:pt x="961619" y="1689770"/>
                    <a:pt x="964565" y="1637832"/>
                  </a:cubicBezTo>
                  <a:cubicBezTo>
                    <a:pt x="965800" y="1626998"/>
                    <a:pt x="957818" y="1617922"/>
                    <a:pt x="947412" y="1616402"/>
                  </a:cubicBezTo>
                  <a:cubicBezTo>
                    <a:pt x="908878" y="1609559"/>
                    <a:pt x="868730" y="1613503"/>
                    <a:pt x="830814" y="1603096"/>
                  </a:cubicBezTo>
                  <a:cubicBezTo>
                    <a:pt x="807579" y="1589079"/>
                    <a:pt x="794751" y="1563086"/>
                    <a:pt x="788289" y="1537616"/>
                  </a:cubicBezTo>
                  <a:cubicBezTo>
                    <a:pt x="774462" y="1483636"/>
                    <a:pt x="781494" y="1427611"/>
                    <a:pt x="781304" y="1372680"/>
                  </a:cubicBezTo>
                  <a:cubicBezTo>
                    <a:pt x="744624" y="1373251"/>
                    <a:pt x="710271" y="1387981"/>
                    <a:pt x="676014" y="1399576"/>
                  </a:cubicBezTo>
                  <a:cubicBezTo>
                    <a:pt x="522307" y="1457595"/>
                    <a:pt x="373257" y="1526925"/>
                    <a:pt x="222734" y="1592595"/>
                  </a:cubicBezTo>
                  <a:cubicBezTo>
                    <a:pt x="211473" y="1597109"/>
                    <a:pt x="200260" y="1603572"/>
                    <a:pt x="187717" y="1602811"/>
                  </a:cubicBezTo>
                  <a:cubicBezTo>
                    <a:pt x="136259" y="1602004"/>
                    <a:pt x="84184" y="1602289"/>
                    <a:pt x="33677" y="1591217"/>
                  </a:cubicBezTo>
                  <a:cubicBezTo>
                    <a:pt x="21324" y="1587368"/>
                    <a:pt x="5977" y="1583899"/>
                    <a:pt x="180" y="1570974"/>
                  </a:cubicBezTo>
                  <a:cubicBezTo>
                    <a:pt x="-2005" y="1552680"/>
                    <a:pt x="16192" y="1541323"/>
                    <a:pt x="28546" y="1531154"/>
                  </a:cubicBezTo>
                  <a:cubicBezTo>
                    <a:pt x="93259" y="1486962"/>
                    <a:pt x="165718" y="1456122"/>
                    <a:pt x="233520" y="1417253"/>
                  </a:cubicBezTo>
                  <a:cubicBezTo>
                    <a:pt x="245730" y="1409887"/>
                    <a:pt x="258749" y="1403900"/>
                    <a:pt x="272433" y="1399766"/>
                  </a:cubicBezTo>
                  <a:cubicBezTo>
                    <a:pt x="448851" y="1342459"/>
                    <a:pt x="622989" y="1278119"/>
                    <a:pt x="794893" y="1208410"/>
                  </a:cubicBezTo>
                  <a:cubicBezTo>
                    <a:pt x="812854" y="1199001"/>
                    <a:pt x="824209" y="1181039"/>
                    <a:pt x="836278" y="1165406"/>
                  </a:cubicBezTo>
                  <a:cubicBezTo>
                    <a:pt x="884551" y="1095316"/>
                    <a:pt x="919284" y="1016958"/>
                    <a:pt x="950643" y="938126"/>
                  </a:cubicBezTo>
                  <a:cubicBezTo>
                    <a:pt x="966845" y="891415"/>
                    <a:pt x="987371" y="844895"/>
                    <a:pt x="990412" y="794906"/>
                  </a:cubicBezTo>
                  <a:cubicBezTo>
                    <a:pt x="975493" y="801891"/>
                    <a:pt x="964232" y="814151"/>
                    <a:pt x="951831" y="824652"/>
                  </a:cubicBezTo>
                  <a:cubicBezTo>
                    <a:pt x="927076" y="845750"/>
                    <a:pt x="902512" y="867086"/>
                    <a:pt x="876189" y="886236"/>
                  </a:cubicBezTo>
                  <a:cubicBezTo>
                    <a:pt x="869062" y="891653"/>
                    <a:pt x="860700" y="895027"/>
                    <a:pt x="852290" y="897735"/>
                  </a:cubicBezTo>
                  <a:cubicBezTo>
                    <a:pt x="856423" y="884763"/>
                    <a:pt x="862600" y="872598"/>
                    <a:pt x="870250" y="861431"/>
                  </a:cubicBezTo>
                  <a:cubicBezTo>
                    <a:pt x="902892" y="812155"/>
                    <a:pt x="937339" y="764066"/>
                    <a:pt x="970789" y="715408"/>
                  </a:cubicBezTo>
                  <a:cubicBezTo>
                    <a:pt x="1016307" y="647742"/>
                    <a:pt x="1013646" y="562541"/>
                    <a:pt x="1030656" y="485704"/>
                  </a:cubicBezTo>
                  <a:cubicBezTo>
                    <a:pt x="1033222" y="476391"/>
                    <a:pt x="1038353" y="457763"/>
                    <a:pt x="1051562" y="464939"/>
                  </a:cubicBezTo>
                  <a:cubicBezTo>
                    <a:pt x="1067479" y="476343"/>
                    <a:pt x="1075461" y="495160"/>
                    <a:pt x="1085582" y="511269"/>
                  </a:cubicBezTo>
                  <a:cubicBezTo>
                    <a:pt x="1121740" y="428920"/>
                    <a:pt x="1153146" y="344432"/>
                    <a:pt x="1180086" y="258614"/>
                  </a:cubicBezTo>
                  <a:cubicBezTo>
                    <a:pt x="1192250" y="216846"/>
                    <a:pt x="1204176" y="174650"/>
                    <a:pt x="1209117" y="131265"/>
                  </a:cubicBezTo>
                  <a:cubicBezTo>
                    <a:pt x="1210638" y="112211"/>
                    <a:pt x="1212633" y="90495"/>
                    <a:pt x="1200232" y="74386"/>
                  </a:cubicBezTo>
                  <a:cubicBezTo>
                    <a:pt x="1188781" y="57660"/>
                    <a:pt x="1175097" y="38937"/>
                    <a:pt x="1178328" y="17507"/>
                  </a:cubicBezTo>
                  <a:moveTo>
                    <a:pt x="1514060" y="479337"/>
                  </a:moveTo>
                  <a:cubicBezTo>
                    <a:pt x="1421123" y="494258"/>
                    <a:pt x="1330610" y="527235"/>
                    <a:pt x="1250406" y="576654"/>
                  </a:cubicBezTo>
                  <a:cubicBezTo>
                    <a:pt x="1217432" y="599320"/>
                    <a:pt x="1180324" y="624980"/>
                    <a:pt x="1169111" y="665703"/>
                  </a:cubicBezTo>
                  <a:cubicBezTo>
                    <a:pt x="1161176" y="698063"/>
                    <a:pt x="1187213" y="725576"/>
                    <a:pt x="1212966" y="740640"/>
                  </a:cubicBezTo>
                  <a:cubicBezTo>
                    <a:pt x="1229453" y="749193"/>
                    <a:pt x="1246320" y="762593"/>
                    <a:pt x="1266039" y="759124"/>
                  </a:cubicBezTo>
                  <a:cubicBezTo>
                    <a:pt x="1337737" y="751949"/>
                    <a:pt x="1403733" y="716453"/>
                    <a:pt x="1457519" y="669838"/>
                  </a:cubicBezTo>
                  <a:cubicBezTo>
                    <a:pt x="1512967" y="621939"/>
                    <a:pt x="1559008" y="564537"/>
                    <a:pt x="1604953" y="507895"/>
                  </a:cubicBezTo>
                  <a:cubicBezTo>
                    <a:pt x="1613838" y="499152"/>
                    <a:pt x="1601960" y="486512"/>
                    <a:pt x="1593265" y="482948"/>
                  </a:cubicBezTo>
                  <a:cubicBezTo>
                    <a:pt x="1568130" y="472969"/>
                    <a:pt x="1540192" y="476438"/>
                    <a:pt x="1514060" y="479337"/>
                  </a:cubicBezTo>
                  <a:moveTo>
                    <a:pt x="1037688" y="1277691"/>
                  </a:moveTo>
                  <a:cubicBezTo>
                    <a:pt x="1002765" y="1287765"/>
                    <a:pt x="968841" y="1300785"/>
                    <a:pt x="934251" y="1311809"/>
                  </a:cubicBezTo>
                  <a:cubicBezTo>
                    <a:pt x="923418" y="1315753"/>
                    <a:pt x="910636" y="1317939"/>
                    <a:pt x="903985" y="1328346"/>
                  </a:cubicBezTo>
                  <a:cubicBezTo>
                    <a:pt x="885549" y="1352485"/>
                    <a:pt x="866924" y="1378905"/>
                    <a:pt x="863170" y="1409792"/>
                  </a:cubicBezTo>
                  <a:cubicBezTo>
                    <a:pt x="859844" y="1433456"/>
                    <a:pt x="872911" y="1456645"/>
                    <a:pt x="891869" y="1470093"/>
                  </a:cubicBezTo>
                  <a:cubicBezTo>
                    <a:pt x="922325" y="1492379"/>
                    <a:pt x="959528" y="1501978"/>
                    <a:pt x="995638" y="1510959"/>
                  </a:cubicBezTo>
                  <a:cubicBezTo>
                    <a:pt x="1006566" y="1504306"/>
                    <a:pt x="1016069" y="1495373"/>
                    <a:pt x="1022436" y="1484158"/>
                  </a:cubicBezTo>
                  <a:cubicBezTo>
                    <a:pt x="1036215" y="1460304"/>
                    <a:pt x="1050279" y="1436070"/>
                    <a:pt x="1057501" y="1409269"/>
                  </a:cubicBezTo>
                  <a:cubicBezTo>
                    <a:pt x="1067431" y="1374724"/>
                    <a:pt x="1080593" y="1340843"/>
                    <a:pt x="1085772" y="1305062"/>
                  </a:cubicBezTo>
                  <a:cubicBezTo>
                    <a:pt x="1086580" y="1294893"/>
                    <a:pt x="1088813" y="1280305"/>
                    <a:pt x="1077695" y="1274793"/>
                  </a:cubicBezTo>
                  <a:cubicBezTo>
                    <a:pt x="1064676" y="1270136"/>
                    <a:pt x="1050564" y="1274698"/>
                    <a:pt x="1037688" y="1277691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5B390072-6B65-2D12-3902-753295F907A1}"/>
                </a:ext>
              </a:extLst>
            </p:cNvPr>
            <p:cNvSpPr/>
            <p:nvPr/>
          </p:nvSpPr>
          <p:spPr>
            <a:xfrm>
              <a:off x="8030836" y="2524394"/>
              <a:ext cx="1448874" cy="1805361"/>
            </a:xfrm>
            <a:custGeom>
              <a:avLst/>
              <a:gdLst>
                <a:gd name="connsiteX0" fmla="*/ 964874 w 1448874"/>
                <a:gd name="connsiteY0" fmla="*/ 114186 h 1805361"/>
                <a:gd name="connsiteX1" fmla="*/ 1006448 w 1448874"/>
                <a:gd name="connsiteY1" fmla="*/ 0 h 1805361"/>
                <a:gd name="connsiteX2" fmla="*/ 1063369 w 1448874"/>
                <a:gd name="connsiteY2" fmla="*/ 103970 h 1805361"/>
                <a:gd name="connsiteX3" fmla="*/ 1005878 w 1448874"/>
                <a:gd name="connsiteY3" fmla="*/ 346503 h 1805361"/>
                <a:gd name="connsiteX4" fmla="*/ 981313 w 1448874"/>
                <a:gd name="connsiteY4" fmla="*/ 469956 h 1805361"/>
                <a:gd name="connsiteX5" fmla="*/ 986587 w 1448874"/>
                <a:gd name="connsiteY5" fmla="*/ 594596 h 1805361"/>
                <a:gd name="connsiteX6" fmla="*/ 1002029 w 1448874"/>
                <a:gd name="connsiteY6" fmla="*/ 620731 h 1805361"/>
                <a:gd name="connsiteX7" fmla="*/ 1055815 w 1448874"/>
                <a:gd name="connsiteY7" fmla="*/ 600441 h 1805361"/>
                <a:gd name="connsiteX8" fmla="*/ 1173173 w 1448874"/>
                <a:gd name="connsiteY8" fmla="*/ 552257 h 1805361"/>
                <a:gd name="connsiteX9" fmla="*/ 1241878 w 1448874"/>
                <a:gd name="connsiteY9" fmla="*/ 505594 h 1805361"/>
                <a:gd name="connsiteX10" fmla="*/ 1243494 w 1448874"/>
                <a:gd name="connsiteY10" fmla="*/ 450663 h 1805361"/>
                <a:gd name="connsiteX11" fmla="*/ 1266252 w 1448874"/>
                <a:gd name="connsiteY11" fmla="*/ 435505 h 1805361"/>
                <a:gd name="connsiteX12" fmla="*/ 1330918 w 1448874"/>
                <a:gd name="connsiteY12" fmla="*/ 425431 h 1805361"/>
                <a:gd name="connsiteX13" fmla="*/ 1394350 w 1448874"/>
                <a:gd name="connsiteY13" fmla="*/ 485162 h 1805361"/>
                <a:gd name="connsiteX14" fmla="*/ 1378812 w 1448874"/>
                <a:gd name="connsiteY14" fmla="*/ 547933 h 1805361"/>
                <a:gd name="connsiteX15" fmla="*/ 1298039 w 1448874"/>
                <a:gd name="connsiteY15" fmla="*/ 609612 h 1805361"/>
                <a:gd name="connsiteX16" fmla="*/ 1040800 w 1448874"/>
                <a:gd name="connsiteY16" fmla="*/ 737056 h 1805361"/>
                <a:gd name="connsiteX17" fmla="*/ 978035 w 1448874"/>
                <a:gd name="connsiteY17" fmla="*/ 797262 h 1805361"/>
                <a:gd name="connsiteX18" fmla="*/ 907999 w 1448874"/>
                <a:gd name="connsiteY18" fmla="*/ 1007863 h 1805361"/>
                <a:gd name="connsiteX19" fmla="*/ 1062657 w 1448874"/>
                <a:gd name="connsiteY19" fmla="*/ 1173084 h 1805361"/>
                <a:gd name="connsiteX20" fmla="*/ 1213607 w 1448874"/>
                <a:gd name="connsiteY20" fmla="*/ 1355221 h 1805361"/>
                <a:gd name="connsiteX21" fmla="*/ 1363798 w 1448874"/>
                <a:gd name="connsiteY21" fmla="*/ 1433531 h 1805361"/>
                <a:gd name="connsiteX22" fmla="*/ 1440485 w 1448874"/>
                <a:gd name="connsiteY22" fmla="*/ 1493832 h 1805361"/>
                <a:gd name="connsiteX23" fmla="*/ 1416253 w 1448874"/>
                <a:gd name="connsiteY23" fmla="*/ 1597042 h 1805361"/>
                <a:gd name="connsiteX24" fmla="*/ 1243399 w 1448874"/>
                <a:gd name="connsiteY24" fmla="*/ 1638193 h 1805361"/>
                <a:gd name="connsiteX25" fmla="*/ 1216553 w 1448874"/>
                <a:gd name="connsiteY25" fmla="*/ 1618377 h 1805361"/>
                <a:gd name="connsiteX26" fmla="*/ 956273 w 1448874"/>
                <a:gd name="connsiteY26" fmla="*/ 1171088 h 1805361"/>
                <a:gd name="connsiteX27" fmla="*/ 895266 w 1448874"/>
                <a:gd name="connsiteY27" fmla="*/ 1043169 h 1805361"/>
                <a:gd name="connsiteX28" fmla="*/ 679127 w 1448874"/>
                <a:gd name="connsiteY28" fmla="*/ 1530421 h 1805361"/>
                <a:gd name="connsiteX29" fmla="*/ 513731 w 1448874"/>
                <a:gd name="connsiteY29" fmla="*/ 1735225 h 1805361"/>
                <a:gd name="connsiteX30" fmla="*/ 360310 w 1448874"/>
                <a:gd name="connsiteY30" fmla="*/ 1805362 h 1805361"/>
                <a:gd name="connsiteX31" fmla="*/ 113097 w 1448874"/>
                <a:gd name="connsiteY31" fmla="*/ 1743113 h 1805361"/>
                <a:gd name="connsiteX32" fmla="*/ 14506 w 1448874"/>
                <a:gd name="connsiteY32" fmla="*/ 1659338 h 1805361"/>
                <a:gd name="connsiteX33" fmla="*/ 61022 w 1448874"/>
                <a:gd name="connsiteY33" fmla="*/ 1658530 h 1805361"/>
                <a:gd name="connsiteX34" fmla="*/ 232118 w 1448874"/>
                <a:gd name="connsiteY34" fmla="*/ 1718831 h 1805361"/>
                <a:gd name="connsiteX35" fmla="*/ 284288 w 1448874"/>
                <a:gd name="connsiteY35" fmla="*/ 1722252 h 1805361"/>
                <a:gd name="connsiteX36" fmla="*/ 469829 w 1448874"/>
                <a:gd name="connsiteY36" fmla="*/ 1639000 h 1805361"/>
                <a:gd name="connsiteX37" fmla="*/ 606288 w 1448874"/>
                <a:gd name="connsiteY37" fmla="*/ 1433294 h 1805361"/>
                <a:gd name="connsiteX38" fmla="*/ 684543 w 1448874"/>
                <a:gd name="connsiteY38" fmla="*/ 1293447 h 1805361"/>
                <a:gd name="connsiteX39" fmla="*/ 799194 w 1448874"/>
                <a:gd name="connsiteY39" fmla="*/ 1032335 h 1805361"/>
                <a:gd name="connsiteX40" fmla="*/ 851078 w 1448874"/>
                <a:gd name="connsiteY40" fmla="*/ 875857 h 1805361"/>
                <a:gd name="connsiteX41" fmla="*/ 849748 w 1448874"/>
                <a:gd name="connsiteY41" fmla="*/ 829384 h 1805361"/>
                <a:gd name="connsiteX42" fmla="*/ 830600 w 1448874"/>
                <a:gd name="connsiteY42" fmla="*/ 835799 h 1805361"/>
                <a:gd name="connsiteX43" fmla="*/ 312416 w 1448874"/>
                <a:gd name="connsiteY43" fmla="*/ 1069161 h 1805361"/>
                <a:gd name="connsiteX44" fmla="*/ 134192 w 1448874"/>
                <a:gd name="connsiteY44" fmla="*/ 1118913 h 1805361"/>
                <a:gd name="connsiteX45" fmla="*/ 19494 w 1448874"/>
                <a:gd name="connsiteY45" fmla="*/ 1114113 h 1805361"/>
                <a:gd name="connsiteX46" fmla="*/ 774 w 1448874"/>
                <a:gd name="connsiteY46" fmla="*/ 1092635 h 1805361"/>
                <a:gd name="connsiteX47" fmla="*/ 71759 w 1448874"/>
                <a:gd name="connsiteY47" fmla="*/ 1012757 h 1805361"/>
                <a:gd name="connsiteX48" fmla="*/ 835018 w 1448874"/>
                <a:gd name="connsiteY48" fmla="*/ 692626 h 1805361"/>
                <a:gd name="connsiteX49" fmla="*/ 866235 w 1448874"/>
                <a:gd name="connsiteY49" fmla="*/ 671861 h 1805361"/>
                <a:gd name="connsiteX50" fmla="*/ 887664 w 1448874"/>
                <a:gd name="connsiteY50" fmla="*/ 607379 h 1805361"/>
                <a:gd name="connsiteX51" fmla="*/ 964874 w 1448874"/>
                <a:gd name="connsiteY51" fmla="*/ 114186 h 1805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48874" h="1805361">
                  <a:moveTo>
                    <a:pt x="964874" y="114186"/>
                  </a:moveTo>
                  <a:cubicBezTo>
                    <a:pt x="974899" y="75316"/>
                    <a:pt x="977559" y="30554"/>
                    <a:pt x="1006448" y="0"/>
                  </a:cubicBezTo>
                  <a:cubicBezTo>
                    <a:pt x="1044696" y="19387"/>
                    <a:pt x="1064224" y="62344"/>
                    <a:pt x="1063369" y="103970"/>
                  </a:cubicBezTo>
                  <a:cubicBezTo>
                    <a:pt x="1063322" y="188172"/>
                    <a:pt x="1030110" y="267195"/>
                    <a:pt x="1005878" y="346503"/>
                  </a:cubicBezTo>
                  <a:cubicBezTo>
                    <a:pt x="994189" y="386704"/>
                    <a:pt x="977750" y="427237"/>
                    <a:pt x="981313" y="469956"/>
                  </a:cubicBezTo>
                  <a:cubicBezTo>
                    <a:pt x="983071" y="511487"/>
                    <a:pt x="981599" y="553255"/>
                    <a:pt x="986587" y="594596"/>
                  </a:cubicBezTo>
                  <a:cubicBezTo>
                    <a:pt x="988488" y="604242"/>
                    <a:pt x="990008" y="618688"/>
                    <a:pt x="1002029" y="620731"/>
                  </a:cubicBezTo>
                  <a:cubicBezTo>
                    <a:pt x="1021414" y="619211"/>
                    <a:pt x="1038187" y="607854"/>
                    <a:pt x="1055815" y="600441"/>
                  </a:cubicBezTo>
                  <a:cubicBezTo>
                    <a:pt x="1093873" y="582004"/>
                    <a:pt x="1132739" y="564992"/>
                    <a:pt x="1173173" y="552257"/>
                  </a:cubicBezTo>
                  <a:cubicBezTo>
                    <a:pt x="1198783" y="541993"/>
                    <a:pt x="1226294" y="529496"/>
                    <a:pt x="1241878" y="505594"/>
                  </a:cubicBezTo>
                  <a:cubicBezTo>
                    <a:pt x="1252616" y="488725"/>
                    <a:pt x="1241688" y="468815"/>
                    <a:pt x="1243494" y="450663"/>
                  </a:cubicBezTo>
                  <a:cubicBezTo>
                    <a:pt x="1247627" y="441777"/>
                    <a:pt x="1257510" y="438261"/>
                    <a:pt x="1266252" y="435505"/>
                  </a:cubicBezTo>
                  <a:cubicBezTo>
                    <a:pt x="1287254" y="429328"/>
                    <a:pt x="1309205" y="427950"/>
                    <a:pt x="1330918" y="425431"/>
                  </a:cubicBezTo>
                  <a:cubicBezTo>
                    <a:pt x="1356006" y="440019"/>
                    <a:pt x="1382851" y="457126"/>
                    <a:pt x="1394350" y="485162"/>
                  </a:cubicBezTo>
                  <a:cubicBezTo>
                    <a:pt x="1403519" y="507020"/>
                    <a:pt x="1393304" y="531064"/>
                    <a:pt x="1378812" y="547933"/>
                  </a:cubicBezTo>
                  <a:cubicBezTo>
                    <a:pt x="1356433" y="573783"/>
                    <a:pt x="1326975" y="592078"/>
                    <a:pt x="1298039" y="609612"/>
                  </a:cubicBezTo>
                  <a:cubicBezTo>
                    <a:pt x="1214700" y="656893"/>
                    <a:pt x="1124804" y="691106"/>
                    <a:pt x="1040800" y="737056"/>
                  </a:cubicBezTo>
                  <a:cubicBezTo>
                    <a:pt x="1016283" y="752119"/>
                    <a:pt x="986255" y="767325"/>
                    <a:pt x="978035" y="797262"/>
                  </a:cubicBezTo>
                  <a:cubicBezTo>
                    <a:pt x="955181" y="867636"/>
                    <a:pt x="931424" y="937678"/>
                    <a:pt x="907999" y="1007863"/>
                  </a:cubicBezTo>
                  <a:cubicBezTo>
                    <a:pt x="973331" y="1048111"/>
                    <a:pt x="1018706" y="1111880"/>
                    <a:pt x="1062657" y="1173084"/>
                  </a:cubicBezTo>
                  <a:cubicBezTo>
                    <a:pt x="1109173" y="1236663"/>
                    <a:pt x="1152553" y="1304282"/>
                    <a:pt x="1213607" y="1355221"/>
                  </a:cubicBezTo>
                  <a:cubicBezTo>
                    <a:pt x="1257367" y="1392190"/>
                    <a:pt x="1313481" y="1408014"/>
                    <a:pt x="1363798" y="1433531"/>
                  </a:cubicBezTo>
                  <a:cubicBezTo>
                    <a:pt x="1392829" y="1448167"/>
                    <a:pt x="1423333" y="1465036"/>
                    <a:pt x="1440485" y="1493832"/>
                  </a:cubicBezTo>
                  <a:cubicBezTo>
                    <a:pt x="1460156" y="1528140"/>
                    <a:pt x="1442433" y="1571715"/>
                    <a:pt x="1416253" y="1597042"/>
                  </a:cubicBezTo>
                  <a:cubicBezTo>
                    <a:pt x="1360377" y="1616857"/>
                    <a:pt x="1302221" y="1630590"/>
                    <a:pt x="1243399" y="1638193"/>
                  </a:cubicBezTo>
                  <a:cubicBezTo>
                    <a:pt x="1229667" y="1642136"/>
                    <a:pt x="1222825" y="1627453"/>
                    <a:pt x="1216553" y="1618377"/>
                  </a:cubicBezTo>
                  <a:cubicBezTo>
                    <a:pt x="1124329" y="1472544"/>
                    <a:pt x="1037522" y="1323289"/>
                    <a:pt x="956273" y="1171088"/>
                  </a:cubicBezTo>
                  <a:cubicBezTo>
                    <a:pt x="934037" y="1129367"/>
                    <a:pt x="913321" y="1086838"/>
                    <a:pt x="895266" y="1043169"/>
                  </a:cubicBezTo>
                  <a:cubicBezTo>
                    <a:pt x="835779" y="1210671"/>
                    <a:pt x="769973" y="1377127"/>
                    <a:pt x="679127" y="1530421"/>
                  </a:cubicBezTo>
                  <a:cubicBezTo>
                    <a:pt x="633561" y="1605595"/>
                    <a:pt x="581581" y="1678488"/>
                    <a:pt x="513731" y="1735225"/>
                  </a:cubicBezTo>
                  <a:cubicBezTo>
                    <a:pt x="469734" y="1770816"/>
                    <a:pt x="417611" y="1800658"/>
                    <a:pt x="360310" y="1805362"/>
                  </a:cubicBezTo>
                  <a:cubicBezTo>
                    <a:pt x="276353" y="1793055"/>
                    <a:pt x="190068" y="1781032"/>
                    <a:pt x="113097" y="1743113"/>
                  </a:cubicBezTo>
                  <a:cubicBezTo>
                    <a:pt x="73708" y="1724248"/>
                    <a:pt x="39070" y="1695642"/>
                    <a:pt x="14506" y="1659338"/>
                  </a:cubicBezTo>
                  <a:cubicBezTo>
                    <a:pt x="28332" y="1649692"/>
                    <a:pt x="45912" y="1655489"/>
                    <a:pt x="61022" y="1658530"/>
                  </a:cubicBezTo>
                  <a:cubicBezTo>
                    <a:pt x="119463" y="1674306"/>
                    <a:pt x="175862" y="1696735"/>
                    <a:pt x="232118" y="1718831"/>
                  </a:cubicBezTo>
                  <a:cubicBezTo>
                    <a:pt x="248463" y="1726481"/>
                    <a:pt x="266898" y="1723250"/>
                    <a:pt x="284288" y="1722252"/>
                  </a:cubicBezTo>
                  <a:cubicBezTo>
                    <a:pt x="353183" y="1716693"/>
                    <a:pt x="420557" y="1688039"/>
                    <a:pt x="469829" y="1639000"/>
                  </a:cubicBezTo>
                  <a:cubicBezTo>
                    <a:pt x="529459" y="1581028"/>
                    <a:pt x="567327" y="1505712"/>
                    <a:pt x="606288" y="1433294"/>
                  </a:cubicBezTo>
                  <a:cubicBezTo>
                    <a:pt x="631185" y="1386013"/>
                    <a:pt x="656510" y="1338970"/>
                    <a:pt x="684543" y="1293447"/>
                  </a:cubicBezTo>
                  <a:cubicBezTo>
                    <a:pt x="726165" y="1207962"/>
                    <a:pt x="763653" y="1120528"/>
                    <a:pt x="799194" y="1032335"/>
                  </a:cubicBezTo>
                  <a:cubicBezTo>
                    <a:pt x="819102" y="981157"/>
                    <a:pt x="838677" y="929505"/>
                    <a:pt x="851078" y="875857"/>
                  </a:cubicBezTo>
                  <a:cubicBezTo>
                    <a:pt x="853596" y="860699"/>
                    <a:pt x="858253" y="843449"/>
                    <a:pt x="849748" y="829384"/>
                  </a:cubicBezTo>
                  <a:cubicBezTo>
                    <a:pt x="842716" y="829479"/>
                    <a:pt x="836634" y="833090"/>
                    <a:pt x="830600" y="835799"/>
                  </a:cubicBezTo>
                  <a:cubicBezTo>
                    <a:pt x="660501" y="919098"/>
                    <a:pt x="490925" y="1004869"/>
                    <a:pt x="312416" y="1069161"/>
                  </a:cubicBezTo>
                  <a:cubicBezTo>
                    <a:pt x="254402" y="1090259"/>
                    <a:pt x="195058" y="1108269"/>
                    <a:pt x="134192" y="1118913"/>
                  </a:cubicBezTo>
                  <a:cubicBezTo>
                    <a:pt x="96276" y="1124235"/>
                    <a:pt x="56033" y="1128179"/>
                    <a:pt x="19494" y="1114113"/>
                  </a:cubicBezTo>
                  <a:cubicBezTo>
                    <a:pt x="10942" y="1109884"/>
                    <a:pt x="-3502" y="1104990"/>
                    <a:pt x="774" y="1092635"/>
                  </a:cubicBezTo>
                  <a:cubicBezTo>
                    <a:pt x="7711" y="1055761"/>
                    <a:pt x="37977" y="1026632"/>
                    <a:pt x="71759" y="1012757"/>
                  </a:cubicBezTo>
                  <a:cubicBezTo>
                    <a:pt x="329996" y="915440"/>
                    <a:pt x="584384" y="808096"/>
                    <a:pt x="835018" y="692626"/>
                  </a:cubicBezTo>
                  <a:cubicBezTo>
                    <a:pt x="845994" y="686972"/>
                    <a:pt x="860011" y="683788"/>
                    <a:pt x="866235" y="671861"/>
                  </a:cubicBezTo>
                  <a:cubicBezTo>
                    <a:pt x="877496" y="651998"/>
                    <a:pt x="882437" y="629380"/>
                    <a:pt x="887664" y="607379"/>
                  </a:cubicBezTo>
                  <a:cubicBezTo>
                    <a:pt x="922111" y="444438"/>
                    <a:pt x="933609" y="277697"/>
                    <a:pt x="964874" y="114186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75E964D0-02E9-6FE4-749E-0AD2070721EC}"/>
                </a:ext>
              </a:extLst>
            </p:cNvPr>
            <p:cNvSpPr/>
            <p:nvPr/>
          </p:nvSpPr>
          <p:spPr>
            <a:xfrm>
              <a:off x="5736267" y="2692228"/>
              <a:ext cx="464215" cy="520440"/>
            </a:xfrm>
            <a:custGeom>
              <a:avLst/>
              <a:gdLst>
                <a:gd name="connsiteX0" fmla="*/ 302337 w 464215"/>
                <a:gd name="connsiteY0" fmla="*/ 25660 h 520440"/>
                <a:gd name="connsiteX1" fmla="*/ 340632 w 464215"/>
                <a:gd name="connsiteY1" fmla="*/ 0 h 520440"/>
                <a:gd name="connsiteX2" fmla="*/ 348710 w 464215"/>
                <a:gd name="connsiteY2" fmla="*/ 16774 h 520440"/>
                <a:gd name="connsiteX3" fmla="*/ 317968 w 464215"/>
                <a:gd name="connsiteY3" fmla="*/ 103257 h 520440"/>
                <a:gd name="connsiteX4" fmla="*/ 216147 w 464215"/>
                <a:gd name="connsiteY4" fmla="*/ 263014 h 520440"/>
                <a:gd name="connsiteX5" fmla="*/ 159605 w 464215"/>
                <a:gd name="connsiteY5" fmla="*/ 373256 h 520440"/>
                <a:gd name="connsiteX6" fmla="*/ 200324 w 464215"/>
                <a:gd name="connsiteY6" fmla="*/ 361567 h 520440"/>
                <a:gd name="connsiteX7" fmla="*/ 363914 w 464215"/>
                <a:gd name="connsiteY7" fmla="*/ 280833 h 520440"/>
                <a:gd name="connsiteX8" fmla="*/ 442121 w 464215"/>
                <a:gd name="connsiteY8" fmla="*/ 291049 h 520440"/>
                <a:gd name="connsiteX9" fmla="*/ 464215 w 464215"/>
                <a:gd name="connsiteY9" fmla="*/ 368647 h 520440"/>
                <a:gd name="connsiteX10" fmla="*/ 386673 w 464215"/>
                <a:gd name="connsiteY10" fmla="*/ 419539 h 520440"/>
                <a:gd name="connsiteX11" fmla="*/ 166257 w 464215"/>
                <a:gd name="connsiteY11" fmla="*/ 488393 h 520440"/>
                <a:gd name="connsiteX12" fmla="*/ 111331 w 464215"/>
                <a:gd name="connsiteY12" fmla="*/ 505119 h 520440"/>
                <a:gd name="connsiteX13" fmla="*/ 11220 w 464215"/>
                <a:gd name="connsiteY13" fmla="*/ 498657 h 520440"/>
                <a:gd name="connsiteX14" fmla="*/ 9129 w 464215"/>
                <a:gd name="connsiteY14" fmla="*/ 435600 h 520440"/>
                <a:gd name="connsiteX15" fmla="*/ 58591 w 464215"/>
                <a:gd name="connsiteY15" fmla="*/ 366413 h 520440"/>
                <a:gd name="connsiteX16" fmla="*/ 211823 w 464215"/>
                <a:gd name="connsiteY16" fmla="*/ 135665 h 520440"/>
                <a:gd name="connsiteX17" fmla="*/ 302337 w 464215"/>
                <a:gd name="connsiteY17" fmla="*/ 25660 h 520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64215" h="520440">
                  <a:moveTo>
                    <a:pt x="302337" y="25660"/>
                  </a:moveTo>
                  <a:cubicBezTo>
                    <a:pt x="313407" y="15063"/>
                    <a:pt x="325190" y="3659"/>
                    <a:pt x="340632" y="0"/>
                  </a:cubicBezTo>
                  <a:cubicBezTo>
                    <a:pt x="347902" y="1378"/>
                    <a:pt x="347284" y="11119"/>
                    <a:pt x="348710" y="16774"/>
                  </a:cubicBezTo>
                  <a:cubicBezTo>
                    <a:pt x="348947" y="48184"/>
                    <a:pt x="332080" y="76267"/>
                    <a:pt x="317968" y="103257"/>
                  </a:cubicBezTo>
                  <a:cubicBezTo>
                    <a:pt x="287370" y="158569"/>
                    <a:pt x="249834" y="209603"/>
                    <a:pt x="216147" y="263014"/>
                  </a:cubicBezTo>
                  <a:cubicBezTo>
                    <a:pt x="194766" y="298177"/>
                    <a:pt x="168870" y="332485"/>
                    <a:pt x="159605" y="373256"/>
                  </a:cubicBezTo>
                  <a:cubicBezTo>
                    <a:pt x="174097" y="373446"/>
                    <a:pt x="187639" y="368124"/>
                    <a:pt x="200324" y="361567"/>
                  </a:cubicBezTo>
                  <a:cubicBezTo>
                    <a:pt x="254442" y="334006"/>
                    <a:pt x="305282" y="298747"/>
                    <a:pt x="363914" y="280833"/>
                  </a:cubicBezTo>
                  <a:cubicBezTo>
                    <a:pt x="389524" y="273183"/>
                    <a:pt x="421643" y="270331"/>
                    <a:pt x="442121" y="291049"/>
                  </a:cubicBezTo>
                  <a:cubicBezTo>
                    <a:pt x="461127" y="311958"/>
                    <a:pt x="462172" y="341989"/>
                    <a:pt x="464215" y="368647"/>
                  </a:cubicBezTo>
                  <a:cubicBezTo>
                    <a:pt x="445162" y="394212"/>
                    <a:pt x="414659" y="406566"/>
                    <a:pt x="386673" y="419539"/>
                  </a:cubicBezTo>
                  <a:cubicBezTo>
                    <a:pt x="315688" y="449618"/>
                    <a:pt x="241186" y="470764"/>
                    <a:pt x="166257" y="488393"/>
                  </a:cubicBezTo>
                  <a:cubicBezTo>
                    <a:pt x="147775" y="493335"/>
                    <a:pt x="126678" y="492147"/>
                    <a:pt x="111331" y="505119"/>
                  </a:cubicBezTo>
                  <a:cubicBezTo>
                    <a:pt x="83156" y="530969"/>
                    <a:pt x="38255" y="520895"/>
                    <a:pt x="11220" y="498657"/>
                  </a:cubicBezTo>
                  <a:cubicBezTo>
                    <a:pt x="-6027" y="481883"/>
                    <a:pt x="-658" y="454845"/>
                    <a:pt x="9129" y="435600"/>
                  </a:cubicBezTo>
                  <a:cubicBezTo>
                    <a:pt x="21388" y="409703"/>
                    <a:pt x="41914" y="389317"/>
                    <a:pt x="58591" y="366413"/>
                  </a:cubicBezTo>
                  <a:cubicBezTo>
                    <a:pt x="107435" y="288056"/>
                    <a:pt x="157657" y="210458"/>
                    <a:pt x="211823" y="135665"/>
                  </a:cubicBezTo>
                  <a:cubicBezTo>
                    <a:pt x="240046" y="97460"/>
                    <a:pt x="268554" y="59160"/>
                    <a:pt x="302337" y="25660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843FBB4F-5066-4694-6A69-BFA0DADDF2AF}"/>
                </a:ext>
              </a:extLst>
            </p:cNvPr>
            <p:cNvSpPr/>
            <p:nvPr/>
          </p:nvSpPr>
          <p:spPr>
            <a:xfrm>
              <a:off x="3568452" y="2906633"/>
              <a:ext cx="215459" cy="485349"/>
            </a:xfrm>
            <a:custGeom>
              <a:avLst/>
              <a:gdLst>
                <a:gd name="connsiteX0" fmla="*/ 153386 w 215459"/>
                <a:gd name="connsiteY0" fmla="*/ 2089 h 485349"/>
                <a:gd name="connsiteX1" fmla="*/ 171774 w 215459"/>
                <a:gd name="connsiteY1" fmla="*/ 19860 h 485349"/>
                <a:gd name="connsiteX2" fmla="*/ 212541 w 215459"/>
                <a:gd name="connsiteY2" fmla="*/ 259780 h 485349"/>
                <a:gd name="connsiteX3" fmla="*/ 211733 w 215459"/>
                <a:gd name="connsiteY3" fmla="*/ 325546 h 485349"/>
                <a:gd name="connsiteX4" fmla="*/ 168353 w 215459"/>
                <a:gd name="connsiteY4" fmla="*/ 446670 h 485349"/>
                <a:gd name="connsiteX5" fmla="*/ 86630 w 215459"/>
                <a:gd name="connsiteY5" fmla="*/ 485349 h 485349"/>
                <a:gd name="connsiteX6" fmla="*/ 3718 w 215459"/>
                <a:gd name="connsiteY6" fmla="*/ 411696 h 485349"/>
                <a:gd name="connsiteX7" fmla="*/ 26145 w 215459"/>
                <a:gd name="connsiteY7" fmla="*/ 289289 h 485349"/>
                <a:gd name="connsiteX8" fmla="*/ 94137 w 215459"/>
                <a:gd name="connsiteY8" fmla="*/ 167975 h 485349"/>
                <a:gd name="connsiteX9" fmla="*/ 103972 w 215459"/>
                <a:gd name="connsiteY9" fmla="*/ 139892 h 485349"/>
                <a:gd name="connsiteX10" fmla="*/ 137374 w 215459"/>
                <a:gd name="connsiteY10" fmla="*/ 29317 h 485349"/>
                <a:gd name="connsiteX11" fmla="*/ 153386 w 215459"/>
                <a:gd name="connsiteY11" fmla="*/ 2089 h 485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5459" h="485349">
                  <a:moveTo>
                    <a:pt x="153386" y="2089"/>
                  </a:moveTo>
                  <a:cubicBezTo>
                    <a:pt x="163982" y="-6180"/>
                    <a:pt x="169351" y="12258"/>
                    <a:pt x="171774" y="19860"/>
                  </a:cubicBezTo>
                  <a:cubicBezTo>
                    <a:pt x="190542" y="98836"/>
                    <a:pt x="192443" y="180995"/>
                    <a:pt x="212541" y="259780"/>
                  </a:cubicBezTo>
                  <a:cubicBezTo>
                    <a:pt x="218813" y="281354"/>
                    <a:pt x="213254" y="303735"/>
                    <a:pt x="211733" y="325546"/>
                  </a:cubicBezTo>
                  <a:cubicBezTo>
                    <a:pt x="207409" y="368359"/>
                    <a:pt x="198952" y="414262"/>
                    <a:pt x="168353" y="446670"/>
                  </a:cubicBezTo>
                  <a:cubicBezTo>
                    <a:pt x="146734" y="468433"/>
                    <a:pt x="116991" y="482118"/>
                    <a:pt x="86630" y="485349"/>
                  </a:cubicBezTo>
                  <a:cubicBezTo>
                    <a:pt x="51089" y="473280"/>
                    <a:pt x="14599" y="449758"/>
                    <a:pt x="3718" y="411696"/>
                  </a:cubicBezTo>
                  <a:cubicBezTo>
                    <a:pt x="-7542" y="369642"/>
                    <a:pt x="8755" y="327161"/>
                    <a:pt x="26145" y="289289"/>
                  </a:cubicBezTo>
                  <a:cubicBezTo>
                    <a:pt x="46338" y="247521"/>
                    <a:pt x="71568" y="208461"/>
                    <a:pt x="94137" y="167975"/>
                  </a:cubicBezTo>
                  <a:cubicBezTo>
                    <a:pt x="98888" y="159184"/>
                    <a:pt x="101549" y="149490"/>
                    <a:pt x="103972" y="139892"/>
                  </a:cubicBezTo>
                  <a:cubicBezTo>
                    <a:pt x="113237" y="102542"/>
                    <a:pt x="123595" y="65335"/>
                    <a:pt x="137374" y="29317"/>
                  </a:cubicBezTo>
                  <a:cubicBezTo>
                    <a:pt x="141508" y="19670"/>
                    <a:pt x="145262" y="9216"/>
                    <a:pt x="153386" y="2089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B64E7A5B-6611-D66D-E2ED-E7DDF35C5D47}"/>
                </a:ext>
              </a:extLst>
            </p:cNvPr>
            <p:cNvSpPr/>
            <p:nvPr/>
          </p:nvSpPr>
          <p:spPr>
            <a:xfrm>
              <a:off x="6285816" y="3092232"/>
              <a:ext cx="735064" cy="1586920"/>
            </a:xfrm>
            <a:custGeom>
              <a:avLst/>
              <a:gdLst>
                <a:gd name="connsiteX0" fmla="*/ 280854 w 735064"/>
                <a:gd name="connsiteY0" fmla="*/ 21293 h 1586920"/>
                <a:gd name="connsiteX1" fmla="*/ 379682 w 735064"/>
                <a:gd name="connsiteY1" fmla="*/ 3616 h 1586920"/>
                <a:gd name="connsiteX2" fmla="*/ 454563 w 735064"/>
                <a:gd name="connsiteY2" fmla="*/ 57597 h 1586920"/>
                <a:gd name="connsiteX3" fmla="*/ 432564 w 735064"/>
                <a:gd name="connsiteY3" fmla="*/ 191789 h 1586920"/>
                <a:gd name="connsiteX4" fmla="*/ 284607 w 735064"/>
                <a:gd name="connsiteY4" fmla="*/ 700709 h 1586920"/>
                <a:gd name="connsiteX5" fmla="*/ 266267 w 735064"/>
                <a:gd name="connsiteY5" fmla="*/ 838180 h 1586920"/>
                <a:gd name="connsiteX6" fmla="*/ 289786 w 735064"/>
                <a:gd name="connsiteY6" fmla="*/ 870825 h 1586920"/>
                <a:gd name="connsiteX7" fmla="*/ 522745 w 735064"/>
                <a:gd name="connsiteY7" fmla="*/ 904373 h 1586920"/>
                <a:gd name="connsiteX8" fmla="*/ 642670 w 735064"/>
                <a:gd name="connsiteY8" fmla="*/ 974700 h 1586920"/>
                <a:gd name="connsiteX9" fmla="*/ 678590 w 735064"/>
                <a:gd name="connsiteY9" fmla="*/ 1066410 h 1586920"/>
                <a:gd name="connsiteX10" fmla="*/ 644856 w 735064"/>
                <a:gd name="connsiteY10" fmla="*/ 1178743 h 1586920"/>
                <a:gd name="connsiteX11" fmla="*/ 555339 w 735064"/>
                <a:gd name="connsiteY11" fmla="*/ 1288415 h 1586920"/>
                <a:gd name="connsiteX12" fmla="*/ 568596 w 735064"/>
                <a:gd name="connsiteY12" fmla="*/ 1324149 h 1586920"/>
                <a:gd name="connsiteX13" fmla="*/ 675122 w 735064"/>
                <a:gd name="connsiteY13" fmla="*/ 1422084 h 1586920"/>
                <a:gd name="connsiteX14" fmla="*/ 723015 w 735064"/>
                <a:gd name="connsiteY14" fmla="*/ 1499111 h 1586920"/>
                <a:gd name="connsiteX15" fmla="*/ 734703 w 735064"/>
                <a:gd name="connsiteY15" fmla="*/ 1554803 h 1586920"/>
                <a:gd name="connsiteX16" fmla="*/ 684767 w 735064"/>
                <a:gd name="connsiteY16" fmla="*/ 1584454 h 1586920"/>
                <a:gd name="connsiteX17" fmla="*/ 613924 w 735064"/>
                <a:gd name="connsiteY17" fmla="*/ 1535938 h 1586920"/>
                <a:gd name="connsiteX18" fmla="*/ 494617 w 735064"/>
                <a:gd name="connsiteY18" fmla="*/ 1398610 h 1586920"/>
                <a:gd name="connsiteX19" fmla="*/ 385431 w 735064"/>
                <a:gd name="connsiteY19" fmla="*/ 1354038 h 1586920"/>
                <a:gd name="connsiteX20" fmla="*/ 299099 w 735064"/>
                <a:gd name="connsiteY20" fmla="*/ 1357412 h 1586920"/>
                <a:gd name="connsiteX21" fmla="*/ 132658 w 735064"/>
                <a:gd name="connsiteY21" fmla="*/ 1349666 h 1586920"/>
                <a:gd name="connsiteX22" fmla="*/ 46896 w 735064"/>
                <a:gd name="connsiteY22" fmla="*/ 1309513 h 1586920"/>
                <a:gd name="connsiteX23" fmla="*/ 0 w 735064"/>
                <a:gd name="connsiteY23" fmla="*/ 1203500 h 1586920"/>
                <a:gd name="connsiteX24" fmla="*/ 74264 w 735064"/>
                <a:gd name="connsiteY24" fmla="*/ 1111220 h 1586920"/>
                <a:gd name="connsiteX25" fmla="*/ 197515 w 735064"/>
                <a:gd name="connsiteY25" fmla="*/ 1102666 h 1586920"/>
                <a:gd name="connsiteX26" fmla="*/ 383768 w 735064"/>
                <a:gd name="connsiteY26" fmla="*/ 1191050 h 1586920"/>
                <a:gd name="connsiteX27" fmla="*/ 427338 w 735064"/>
                <a:gd name="connsiteY27" fmla="*/ 1188865 h 1586920"/>
                <a:gd name="connsiteX28" fmla="*/ 515000 w 735064"/>
                <a:gd name="connsiteY28" fmla="*/ 1091595 h 1586920"/>
                <a:gd name="connsiteX29" fmla="*/ 515096 w 735064"/>
                <a:gd name="connsiteY29" fmla="*/ 1011764 h 1586920"/>
                <a:gd name="connsiteX30" fmla="*/ 450477 w 735064"/>
                <a:gd name="connsiteY30" fmla="*/ 971421 h 1586920"/>
                <a:gd name="connsiteX31" fmla="*/ 285225 w 735064"/>
                <a:gd name="connsiteY31" fmla="*/ 960444 h 1586920"/>
                <a:gd name="connsiteX32" fmla="*/ 197990 w 735064"/>
                <a:gd name="connsiteY32" fmla="*/ 935117 h 1586920"/>
                <a:gd name="connsiteX33" fmla="*/ 155275 w 735064"/>
                <a:gd name="connsiteY33" fmla="*/ 832715 h 1586920"/>
                <a:gd name="connsiteX34" fmla="*/ 162117 w 735064"/>
                <a:gd name="connsiteY34" fmla="*/ 676285 h 1586920"/>
                <a:gd name="connsiteX35" fmla="*/ 331645 w 735064"/>
                <a:gd name="connsiteY35" fmla="*/ 144888 h 1586920"/>
                <a:gd name="connsiteX36" fmla="*/ 337015 w 735064"/>
                <a:gd name="connsiteY36" fmla="*/ 105543 h 1586920"/>
                <a:gd name="connsiteX37" fmla="*/ 285320 w 735064"/>
                <a:gd name="connsiteY37" fmla="*/ 134814 h 1586920"/>
                <a:gd name="connsiteX38" fmla="*/ 107476 w 735064"/>
                <a:gd name="connsiteY38" fmla="*/ 304264 h 1586920"/>
                <a:gd name="connsiteX39" fmla="*/ 67042 w 735064"/>
                <a:gd name="connsiteY39" fmla="*/ 325125 h 1586920"/>
                <a:gd name="connsiteX40" fmla="*/ 66139 w 735064"/>
                <a:gd name="connsiteY40" fmla="*/ 295521 h 1586920"/>
                <a:gd name="connsiteX41" fmla="*/ 178746 w 735064"/>
                <a:gd name="connsiteY41" fmla="*/ 113716 h 1586920"/>
                <a:gd name="connsiteX42" fmla="*/ 280854 w 735064"/>
                <a:gd name="connsiteY42" fmla="*/ 21293 h 1586920"/>
                <a:gd name="connsiteX43" fmla="*/ 107666 w 735064"/>
                <a:gd name="connsiteY43" fmla="*/ 1189625 h 1586920"/>
                <a:gd name="connsiteX44" fmla="*/ 131756 w 735064"/>
                <a:gd name="connsiteY44" fmla="*/ 1214904 h 1586920"/>
                <a:gd name="connsiteX45" fmla="*/ 265887 w 735064"/>
                <a:gd name="connsiteY45" fmla="*/ 1234862 h 1586920"/>
                <a:gd name="connsiteX46" fmla="*/ 288598 w 735064"/>
                <a:gd name="connsiteY46" fmla="*/ 1223030 h 1586920"/>
                <a:gd name="connsiteX47" fmla="*/ 137647 w 735064"/>
                <a:gd name="connsiteY47" fmla="*/ 1166769 h 1586920"/>
                <a:gd name="connsiteX48" fmla="*/ 107666 w 735064"/>
                <a:gd name="connsiteY48" fmla="*/ 1189625 h 1586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35064" h="1586920">
                  <a:moveTo>
                    <a:pt x="280854" y="21293"/>
                  </a:moveTo>
                  <a:cubicBezTo>
                    <a:pt x="310264" y="4234"/>
                    <a:pt x="346042" y="-5792"/>
                    <a:pt x="379682" y="3616"/>
                  </a:cubicBezTo>
                  <a:cubicBezTo>
                    <a:pt x="410328" y="11742"/>
                    <a:pt x="435083" y="33410"/>
                    <a:pt x="454563" y="57597"/>
                  </a:cubicBezTo>
                  <a:cubicBezTo>
                    <a:pt x="455466" y="103357"/>
                    <a:pt x="442970" y="147692"/>
                    <a:pt x="432564" y="191789"/>
                  </a:cubicBezTo>
                  <a:cubicBezTo>
                    <a:pt x="388139" y="362807"/>
                    <a:pt x="326514" y="528931"/>
                    <a:pt x="284607" y="700709"/>
                  </a:cubicBezTo>
                  <a:cubicBezTo>
                    <a:pt x="275009" y="745852"/>
                    <a:pt x="262656" y="791612"/>
                    <a:pt x="266267" y="838180"/>
                  </a:cubicBezTo>
                  <a:cubicBezTo>
                    <a:pt x="267597" y="851580"/>
                    <a:pt x="272491" y="872013"/>
                    <a:pt x="289786" y="870825"/>
                  </a:cubicBezTo>
                  <a:cubicBezTo>
                    <a:pt x="368373" y="871632"/>
                    <a:pt x="447769" y="879901"/>
                    <a:pt x="522745" y="904373"/>
                  </a:cubicBezTo>
                  <a:cubicBezTo>
                    <a:pt x="566695" y="919483"/>
                    <a:pt x="610978" y="939536"/>
                    <a:pt x="642670" y="974700"/>
                  </a:cubicBezTo>
                  <a:cubicBezTo>
                    <a:pt x="665429" y="999409"/>
                    <a:pt x="678970" y="1032672"/>
                    <a:pt x="678590" y="1066410"/>
                  </a:cubicBezTo>
                  <a:cubicBezTo>
                    <a:pt x="678495" y="1106135"/>
                    <a:pt x="664098" y="1144530"/>
                    <a:pt x="644856" y="1178743"/>
                  </a:cubicBezTo>
                  <a:cubicBezTo>
                    <a:pt x="617725" y="1217376"/>
                    <a:pt x="581520" y="1249070"/>
                    <a:pt x="555339" y="1288415"/>
                  </a:cubicBezTo>
                  <a:cubicBezTo>
                    <a:pt x="544696" y="1301958"/>
                    <a:pt x="557858" y="1316023"/>
                    <a:pt x="568596" y="1324149"/>
                  </a:cubicBezTo>
                  <a:cubicBezTo>
                    <a:pt x="606512" y="1353991"/>
                    <a:pt x="643335" y="1385590"/>
                    <a:pt x="675122" y="1422084"/>
                  </a:cubicBezTo>
                  <a:cubicBezTo>
                    <a:pt x="697073" y="1443515"/>
                    <a:pt x="710377" y="1471598"/>
                    <a:pt x="723015" y="1499111"/>
                  </a:cubicBezTo>
                  <a:cubicBezTo>
                    <a:pt x="730428" y="1516598"/>
                    <a:pt x="736652" y="1535510"/>
                    <a:pt x="734703" y="1554803"/>
                  </a:cubicBezTo>
                  <a:cubicBezTo>
                    <a:pt x="732993" y="1577612"/>
                    <a:pt x="705435" y="1593197"/>
                    <a:pt x="684767" y="1584454"/>
                  </a:cubicBezTo>
                  <a:cubicBezTo>
                    <a:pt x="657399" y="1574713"/>
                    <a:pt x="634117" y="1556323"/>
                    <a:pt x="613924" y="1535938"/>
                  </a:cubicBezTo>
                  <a:cubicBezTo>
                    <a:pt x="570924" y="1492982"/>
                    <a:pt x="538472" y="1440711"/>
                    <a:pt x="494617" y="1398610"/>
                  </a:cubicBezTo>
                  <a:cubicBezTo>
                    <a:pt x="466014" y="1370527"/>
                    <a:pt x="426815" y="1348288"/>
                    <a:pt x="385431" y="1354038"/>
                  </a:cubicBezTo>
                  <a:cubicBezTo>
                    <a:pt x="356922" y="1359503"/>
                    <a:pt x="327892" y="1356366"/>
                    <a:pt x="299099" y="1357412"/>
                  </a:cubicBezTo>
                  <a:cubicBezTo>
                    <a:pt x="243603" y="1358315"/>
                    <a:pt x="187394" y="1360691"/>
                    <a:pt x="132658" y="1349666"/>
                  </a:cubicBezTo>
                  <a:cubicBezTo>
                    <a:pt x="101442" y="1343441"/>
                    <a:pt x="70558" y="1331277"/>
                    <a:pt x="46896" y="1309513"/>
                  </a:cubicBezTo>
                  <a:cubicBezTo>
                    <a:pt x="17676" y="1282380"/>
                    <a:pt x="2993" y="1242608"/>
                    <a:pt x="0" y="1203500"/>
                  </a:cubicBezTo>
                  <a:cubicBezTo>
                    <a:pt x="8695" y="1163727"/>
                    <a:pt x="36633" y="1127709"/>
                    <a:pt x="74264" y="1111220"/>
                  </a:cubicBezTo>
                  <a:cubicBezTo>
                    <a:pt x="112703" y="1093733"/>
                    <a:pt x="156795" y="1095301"/>
                    <a:pt x="197515" y="1102666"/>
                  </a:cubicBezTo>
                  <a:cubicBezTo>
                    <a:pt x="265412" y="1116779"/>
                    <a:pt x="329935" y="1147333"/>
                    <a:pt x="383768" y="1191050"/>
                  </a:cubicBezTo>
                  <a:cubicBezTo>
                    <a:pt x="396121" y="1202597"/>
                    <a:pt x="414082" y="1194614"/>
                    <a:pt x="427338" y="1188865"/>
                  </a:cubicBezTo>
                  <a:cubicBezTo>
                    <a:pt x="466822" y="1168147"/>
                    <a:pt x="497230" y="1132128"/>
                    <a:pt x="515000" y="1091595"/>
                  </a:cubicBezTo>
                  <a:cubicBezTo>
                    <a:pt x="525786" y="1066695"/>
                    <a:pt x="530062" y="1035903"/>
                    <a:pt x="515096" y="1011764"/>
                  </a:cubicBezTo>
                  <a:cubicBezTo>
                    <a:pt x="501364" y="988718"/>
                    <a:pt x="474044" y="980449"/>
                    <a:pt x="450477" y="971421"/>
                  </a:cubicBezTo>
                  <a:cubicBezTo>
                    <a:pt x="397357" y="952461"/>
                    <a:pt x="340340" y="958401"/>
                    <a:pt x="285225" y="960444"/>
                  </a:cubicBezTo>
                  <a:cubicBezTo>
                    <a:pt x="254674" y="961585"/>
                    <a:pt x="220416" y="958306"/>
                    <a:pt x="197990" y="935117"/>
                  </a:cubicBezTo>
                  <a:cubicBezTo>
                    <a:pt x="171572" y="907651"/>
                    <a:pt x="162640" y="868924"/>
                    <a:pt x="155275" y="832715"/>
                  </a:cubicBezTo>
                  <a:cubicBezTo>
                    <a:pt x="143919" y="780968"/>
                    <a:pt x="152472" y="727605"/>
                    <a:pt x="162117" y="676285"/>
                  </a:cubicBezTo>
                  <a:cubicBezTo>
                    <a:pt x="198845" y="493102"/>
                    <a:pt x="296533" y="328546"/>
                    <a:pt x="331645" y="144888"/>
                  </a:cubicBezTo>
                  <a:cubicBezTo>
                    <a:pt x="334164" y="131868"/>
                    <a:pt x="335732" y="118705"/>
                    <a:pt x="337015" y="105543"/>
                  </a:cubicBezTo>
                  <a:cubicBezTo>
                    <a:pt x="315776" y="105876"/>
                    <a:pt x="300714" y="122507"/>
                    <a:pt x="285320" y="134814"/>
                  </a:cubicBezTo>
                  <a:cubicBezTo>
                    <a:pt x="224170" y="189318"/>
                    <a:pt x="170622" y="251947"/>
                    <a:pt x="107476" y="304264"/>
                  </a:cubicBezTo>
                  <a:cubicBezTo>
                    <a:pt x="95455" y="313435"/>
                    <a:pt x="82769" y="324127"/>
                    <a:pt x="67042" y="325125"/>
                  </a:cubicBezTo>
                  <a:cubicBezTo>
                    <a:pt x="53928" y="319138"/>
                    <a:pt x="62006" y="304835"/>
                    <a:pt x="66139" y="295521"/>
                  </a:cubicBezTo>
                  <a:cubicBezTo>
                    <a:pt x="96263" y="230754"/>
                    <a:pt x="133989" y="169407"/>
                    <a:pt x="178746" y="113716"/>
                  </a:cubicBezTo>
                  <a:cubicBezTo>
                    <a:pt x="208110" y="78362"/>
                    <a:pt x="240847" y="44624"/>
                    <a:pt x="280854" y="21293"/>
                  </a:cubicBezTo>
                  <a:moveTo>
                    <a:pt x="107666" y="1189625"/>
                  </a:moveTo>
                  <a:cubicBezTo>
                    <a:pt x="109234" y="1202312"/>
                    <a:pt x="121445" y="1209392"/>
                    <a:pt x="131756" y="1214904"/>
                  </a:cubicBezTo>
                  <a:cubicBezTo>
                    <a:pt x="173140" y="1234672"/>
                    <a:pt x="220511" y="1241705"/>
                    <a:pt x="265887" y="1234862"/>
                  </a:cubicBezTo>
                  <a:cubicBezTo>
                    <a:pt x="274677" y="1233817"/>
                    <a:pt x="281613" y="1228067"/>
                    <a:pt x="288598" y="1223030"/>
                  </a:cubicBezTo>
                  <a:cubicBezTo>
                    <a:pt x="254816" y="1177270"/>
                    <a:pt x="193191" y="1153511"/>
                    <a:pt x="137647" y="1166769"/>
                  </a:cubicBezTo>
                  <a:cubicBezTo>
                    <a:pt x="125293" y="1169857"/>
                    <a:pt x="110422" y="1175607"/>
                    <a:pt x="107666" y="1189625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2EF3339A-C0A0-4005-A388-35162BB47FE3}"/>
                </a:ext>
              </a:extLst>
            </p:cNvPr>
            <p:cNvSpPr/>
            <p:nvPr/>
          </p:nvSpPr>
          <p:spPr>
            <a:xfrm>
              <a:off x="5940400" y="3287390"/>
              <a:ext cx="341152" cy="991996"/>
            </a:xfrm>
            <a:custGeom>
              <a:avLst/>
              <a:gdLst>
                <a:gd name="connsiteX0" fmla="*/ 268729 w 341152"/>
                <a:gd name="connsiteY0" fmla="*/ 38922 h 991996"/>
                <a:gd name="connsiteX1" fmla="*/ 321897 w 341152"/>
                <a:gd name="connsiteY1" fmla="*/ 432 h 991996"/>
                <a:gd name="connsiteX2" fmla="*/ 338384 w 341152"/>
                <a:gd name="connsiteY2" fmla="*/ 32697 h 991996"/>
                <a:gd name="connsiteX3" fmla="*/ 255283 w 341152"/>
                <a:gd name="connsiteY3" fmla="*/ 175205 h 991996"/>
                <a:gd name="connsiteX4" fmla="*/ 292439 w 341152"/>
                <a:gd name="connsiteY4" fmla="*/ 197301 h 991996"/>
                <a:gd name="connsiteX5" fmla="*/ 286547 w 341152"/>
                <a:gd name="connsiteY5" fmla="*/ 257411 h 991996"/>
                <a:gd name="connsiteX6" fmla="*/ 213803 w 341152"/>
                <a:gd name="connsiteY6" fmla="*/ 397020 h 991996"/>
                <a:gd name="connsiteX7" fmla="*/ 208862 w 341152"/>
                <a:gd name="connsiteY7" fmla="*/ 423630 h 991996"/>
                <a:gd name="connsiteX8" fmla="*/ 251909 w 341152"/>
                <a:gd name="connsiteY8" fmla="*/ 555446 h 991996"/>
                <a:gd name="connsiteX9" fmla="*/ 259844 w 341152"/>
                <a:gd name="connsiteY9" fmla="*/ 653286 h 991996"/>
                <a:gd name="connsiteX10" fmla="*/ 315578 w 341152"/>
                <a:gd name="connsiteY10" fmla="*/ 753882 h 991996"/>
                <a:gd name="connsiteX11" fmla="*/ 329926 w 341152"/>
                <a:gd name="connsiteY11" fmla="*/ 842219 h 991996"/>
                <a:gd name="connsiteX12" fmla="*/ 284409 w 341152"/>
                <a:gd name="connsiteY12" fmla="*/ 938158 h 991996"/>
                <a:gd name="connsiteX13" fmla="*/ 112647 w 341152"/>
                <a:gd name="connsiteY13" fmla="*/ 991996 h 991996"/>
                <a:gd name="connsiteX14" fmla="*/ 34392 w 341152"/>
                <a:gd name="connsiteY14" fmla="*/ 949895 h 991996"/>
                <a:gd name="connsiteX15" fmla="*/ 657 w 341152"/>
                <a:gd name="connsiteY15" fmla="*/ 860798 h 991996"/>
                <a:gd name="connsiteX16" fmla="*/ 66131 w 341152"/>
                <a:gd name="connsiteY16" fmla="*/ 743571 h 991996"/>
                <a:gd name="connsiteX17" fmla="*/ 125951 w 341152"/>
                <a:gd name="connsiteY17" fmla="*/ 724611 h 991996"/>
                <a:gd name="connsiteX18" fmla="*/ 110556 w 341152"/>
                <a:gd name="connsiteY18" fmla="*/ 870539 h 991996"/>
                <a:gd name="connsiteX19" fmla="*/ 210953 w 341152"/>
                <a:gd name="connsiteY19" fmla="*/ 907794 h 991996"/>
                <a:gd name="connsiteX20" fmla="*/ 264310 w 341152"/>
                <a:gd name="connsiteY20" fmla="*/ 847731 h 991996"/>
                <a:gd name="connsiteX21" fmla="*/ 235327 w 341152"/>
                <a:gd name="connsiteY21" fmla="*/ 762530 h 991996"/>
                <a:gd name="connsiteX22" fmla="*/ 194941 w 341152"/>
                <a:gd name="connsiteY22" fmla="*/ 662029 h 991996"/>
                <a:gd name="connsiteX23" fmla="*/ 173179 w 341152"/>
                <a:gd name="connsiteY23" fmla="*/ 501703 h 991996"/>
                <a:gd name="connsiteX24" fmla="*/ 147950 w 341152"/>
                <a:gd name="connsiteY24" fmla="*/ 461977 h 991996"/>
                <a:gd name="connsiteX25" fmla="*/ 175507 w 341152"/>
                <a:gd name="connsiteY25" fmla="*/ 339238 h 991996"/>
                <a:gd name="connsiteX26" fmla="*/ 210002 w 341152"/>
                <a:gd name="connsiteY26" fmla="*/ 238024 h 991996"/>
                <a:gd name="connsiteX27" fmla="*/ 153033 w 341152"/>
                <a:gd name="connsiteY27" fmla="*/ 251044 h 991996"/>
                <a:gd name="connsiteX28" fmla="*/ 148234 w 341152"/>
                <a:gd name="connsiteY28" fmla="*/ 193499 h 991996"/>
                <a:gd name="connsiteX29" fmla="*/ 268729 w 341152"/>
                <a:gd name="connsiteY29" fmla="*/ 38922 h 991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41152" h="991996">
                  <a:moveTo>
                    <a:pt x="268729" y="38922"/>
                  </a:moveTo>
                  <a:cubicBezTo>
                    <a:pt x="284742" y="24239"/>
                    <a:pt x="300326" y="6562"/>
                    <a:pt x="321897" y="432"/>
                  </a:cubicBezTo>
                  <a:cubicBezTo>
                    <a:pt x="339002" y="-3559"/>
                    <a:pt x="345321" y="21103"/>
                    <a:pt x="338384" y="32697"/>
                  </a:cubicBezTo>
                  <a:cubicBezTo>
                    <a:pt x="309971" y="79740"/>
                    <a:pt x="277139" y="124550"/>
                    <a:pt x="255283" y="175205"/>
                  </a:cubicBezTo>
                  <a:cubicBezTo>
                    <a:pt x="268824" y="179624"/>
                    <a:pt x="286262" y="182380"/>
                    <a:pt x="292439" y="197301"/>
                  </a:cubicBezTo>
                  <a:cubicBezTo>
                    <a:pt x="300183" y="216973"/>
                    <a:pt x="293198" y="238404"/>
                    <a:pt x="286547" y="257411"/>
                  </a:cubicBezTo>
                  <a:cubicBezTo>
                    <a:pt x="267779" y="306688"/>
                    <a:pt x="237133" y="349977"/>
                    <a:pt x="213803" y="397020"/>
                  </a:cubicBezTo>
                  <a:cubicBezTo>
                    <a:pt x="210478" y="405383"/>
                    <a:pt x="203921" y="414506"/>
                    <a:pt x="208862" y="423630"/>
                  </a:cubicBezTo>
                  <a:cubicBezTo>
                    <a:pt x="225444" y="466729"/>
                    <a:pt x="244877" y="509400"/>
                    <a:pt x="251909" y="555446"/>
                  </a:cubicBezTo>
                  <a:cubicBezTo>
                    <a:pt x="257801" y="587806"/>
                    <a:pt x="250389" y="621354"/>
                    <a:pt x="259844" y="653286"/>
                  </a:cubicBezTo>
                  <a:cubicBezTo>
                    <a:pt x="268492" y="691586"/>
                    <a:pt x="294672" y="721807"/>
                    <a:pt x="315578" y="753882"/>
                  </a:cubicBezTo>
                  <a:cubicBezTo>
                    <a:pt x="332825" y="779589"/>
                    <a:pt x="338099" y="812329"/>
                    <a:pt x="329926" y="842219"/>
                  </a:cubicBezTo>
                  <a:cubicBezTo>
                    <a:pt x="320994" y="876622"/>
                    <a:pt x="304602" y="909077"/>
                    <a:pt x="284409" y="938158"/>
                  </a:cubicBezTo>
                  <a:cubicBezTo>
                    <a:pt x="235612" y="974937"/>
                    <a:pt x="172942" y="990000"/>
                    <a:pt x="112647" y="991996"/>
                  </a:cubicBezTo>
                  <a:cubicBezTo>
                    <a:pt x="83426" y="986009"/>
                    <a:pt x="56533" y="969663"/>
                    <a:pt x="34392" y="949895"/>
                  </a:cubicBezTo>
                  <a:cubicBezTo>
                    <a:pt x="9733" y="927799"/>
                    <a:pt x="-3144" y="893633"/>
                    <a:pt x="657" y="860798"/>
                  </a:cubicBezTo>
                  <a:cubicBezTo>
                    <a:pt x="5313" y="814848"/>
                    <a:pt x="31921" y="773460"/>
                    <a:pt x="66131" y="743571"/>
                  </a:cubicBezTo>
                  <a:cubicBezTo>
                    <a:pt x="82333" y="729695"/>
                    <a:pt x="103857" y="714870"/>
                    <a:pt x="125951" y="724611"/>
                  </a:cubicBezTo>
                  <a:cubicBezTo>
                    <a:pt x="126283" y="773840"/>
                    <a:pt x="103524" y="821120"/>
                    <a:pt x="110556" y="870539"/>
                  </a:cubicBezTo>
                  <a:cubicBezTo>
                    <a:pt x="117161" y="914209"/>
                    <a:pt x="177313" y="931505"/>
                    <a:pt x="210953" y="907794"/>
                  </a:cubicBezTo>
                  <a:cubicBezTo>
                    <a:pt x="234329" y="894441"/>
                    <a:pt x="259132" y="875861"/>
                    <a:pt x="264310" y="847731"/>
                  </a:cubicBezTo>
                  <a:cubicBezTo>
                    <a:pt x="268872" y="816369"/>
                    <a:pt x="250722" y="788190"/>
                    <a:pt x="235327" y="762530"/>
                  </a:cubicBezTo>
                  <a:cubicBezTo>
                    <a:pt x="216654" y="731786"/>
                    <a:pt x="192375" y="699996"/>
                    <a:pt x="194941" y="662029"/>
                  </a:cubicBezTo>
                  <a:cubicBezTo>
                    <a:pt x="195700" y="608239"/>
                    <a:pt x="200215" y="550504"/>
                    <a:pt x="173179" y="501703"/>
                  </a:cubicBezTo>
                  <a:cubicBezTo>
                    <a:pt x="166385" y="487447"/>
                    <a:pt x="153841" y="476518"/>
                    <a:pt x="147950" y="461977"/>
                  </a:cubicBezTo>
                  <a:cubicBezTo>
                    <a:pt x="142723" y="419258"/>
                    <a:pt x="161491" y="378583"/>
                    <a:pt x="175507" y="339238"/>
                  </a:cubicBezTo>
                  <a:cubicBezTo>
                    <a:pt x="186910" y="305500"/>
                    <a:pt x="205441" y="273757"/>
                    <a:pt x="210002" y="238024"/>
                  </a:cubicBezTo>
                  <a:cubicBezTo>
                    <a:pt x="193420" y="247480"/>
                    <a:pt x="171849" y="265204"/>
                    <a:pt x="153033" y="251044"/>
                  </a:cubicBezTo>
                  <a:cubicBezTo>
                    <a:pt x="140252" y="235743"/>
                    <a:pt x="135644" y="210225"/>
                    <a:pt x="148234" y="193499"/>
                  </a:cubicBezTo>
                  <a:cubicBezTo>
                    <a:pt x="183870" y="138663"/>
                    <a:pt x="223354" y="86108"/>
                    <a:pt x="268729" y="38922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0986E6AB-B862-6AFA-F558-E35D7F18C958}"/>
                </a:ext>
              </a:extLst>
            </p:cNvPr>
            <p:cNvSpPr/>
            <p:nvPr/>
          </p:nvSpPr>
          <p:spPr>
            <a:xfrm>
              <a:off x="5699094" y="3933833"/>
              <a:ext cx="140496" cy="425668"/>
            </a:xfrm>
            <a:custGeom>
              <a:avLst/>
              <a:gdLst>
                <a:gd name="connsiteX0" fmla="*/ 79467 w 140496"/>
                <a:gd name="connsiteY0" fmla="*/ 0 h 425668"/>
                <a:gd name="connsiteX1" fmla="*/ 108926 w 140496"/>
                <a:gd name="connsiteY1" fmla="*/ 41151 h 425668"/>
                <a:gd name="connsiteX2" fmla="*/ 137196 w 140496"/>
                <a:gd name="connsiteY2" fmla="*/ 190881 h 425668"/>
                <a:gd name="connsiteX3" fmla="*/ 136626 w 140496"/>
                <a:gd name="connsiteY3" fmla="*/ 324075 h 425668"/>
                <a:gd name="connsiteX4" fmla="*/ 115815 w 140496"/>
                <a:gd name="connsiteY4" fmla="*/ 386276 h 425668"/>
                <a:gd name="connsiteX5" fmla="*/ 85977 w 140496"/>
                <a:gd name="connsiteY5" fmla="*/ 412364 h 425668"/>
                <a:gd name="connsiteX6" fmla="*/ 25254 w 140496"/>
                <a:gd name="connsiteY6" fmla="*/ 425669 h 425668"/>
                <a:gd name="connsiteX7" fmla="*/ 1023 w 140496"/>
                <a:gd name="connsiteY7" fmla="*/ 319798 h 425668"/>
                <a:gd name="connsiteX8" fmla="*/ 79467 w 140496"/>
                <a:gd name="connsiteY8" fmla="*/ 0 h 425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496" h="425668">
                  <a:moveTo>
                    <a:pt x="79467" y="0"/>
                  </a:moveTo>
                  <a:cubicBezTo>
                    <a:pt x="97380" y="5797"/>
                    <a:pt x="102987" y="25280"/>
                    <a:pt x="108926" y="41151"/>
                  </a:cubicBezTo>
                  <a:cubicBezTo>
                    <a:pt x="124843" y="89524"/>
                    <a:pt x="132397" y="140274"/>
                    <a:pt x="137196" y="190881"/>
                  </a:cubicBezTo>
                  <a:cubicBezTo>
                    <a:pt x="141093" y="235120"/>
                    <a:pt x="142281" y="279930"/>
                    <a:pt x="136626" y="324075"/>
                  </a:cubicBezTo>
                  <a:cubicBezTo>
                    <a:pt x="133491" y="345695"/>
                    <a:pt x="129309" y="368457"/>
                    <a:pt x="115815" y="386276"/>
                  </a:cubicBezTo>
                  <a:cubicBezTo>
                    <a:pt x="106835" y="396017"/>
                    <a:pt x="96620" y="404571"/>
                    <a:pt x="85977" y="412364"/>
                  </a:cubicBezTo>
                  <a:cubicBezTo>
                    <a:pt x="68301" y="424766"/>
                    <a:pt x="45543" y="422342"/>
                    <a:pt x="25254" y="425669"/>
                  </a:cubicBezTo>
                  <a:cubicBezTo>
                    <a:pt x="-4727" y="399439"/>
                    <a:pt x="-308" y="355674"/>
                    <a:pt x="1023" y="319798"/>
                  </a:cubicBezTo>
                  <a:cubicBezTo>
                    <a:pt x="11523" y="210031"/>
                    <a:pt x="46398" y="104588"/>
                    <a:pt x="79467" y="0"/>
                  </a:cubicBezTo>
                  <a:close/>
                </a:path>
              </a:pathLst>
            </a:custGeom>
            <a:grpFill/>
            <a:ln w="4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DBF2B0DE-2EF1-7954-8419-BB6F247173E6}"/>
                </a:ext>
              </a:extLst>
            </p:cNvPr>
            <p:cNvGrpSpPr/>
            <p:nvPr/>
          </p:nvGrpSpPr>
          <p:grpSpPr>
            <a:xfrm>
              <a:off x="0" y="2067601"/>
              <a:ext cx="2721388" cy="2721309"/>
              <a:chOff x="0" y="2067601"/>
              <a:chExt cx="2721388" cy="2721309"/>
            </a:xfrm>
            <a:grpFill/>
          </p:grpSpPr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C5E92532-D8E2-FEE7-0B9A-DFE8E28056B2}"/>
                  </a:ext>
                </a:extLst>
              </p:cNvPr>
              <p:cNvSpPr/>
              <p:nvPr/>
            </p:nvSpPr>
            <p:spPr>
              <a:xfrm>
                <a:off x="0" y="2067601"/>
                <a:ext cx="2721388" cy="2721309"/>
              </a:xfrm>
              <a:custGeom>
                <a:avLst/>
                <a:gdLst>
                  <a:gd name="connsiteX0" fmla="*/ 1332330 w 2721388"/>
                  <a:gd name="connsiteY0" fmla="*/ 0 h 2721309"/>
                  <a:gd name="connsiteX1" fmla="*/ 1389964 w 2721388"/>
                  <a:gd name="connsiteY1" fmla="*/ 0 h 2721309"/>
                  <a:gd name="connsiteX2" fmla="*/ 1954093 w 2721388"/>
                  <a:gd name="connsiteY2" fmla="*/ 136710 h 2721309"/>
                  <a:gd name="connsiteX3" fmla="*/ 2651641 w 2721388"/>
                  <a:gd name="connsiteY3" fmla="*/ 930931 h 2721309"/>
                  <a:gd name="connsiteX4" fmla="*/ 2698252 w 2721388"/>
                  <a:gd name="connsiteY4" fmla="*/ 1610964 h 2721309"/>
                  <a:gd name="connsiteX5" fmla="*/ 2258038 w 2721388"/>
                  <a:gd name="connsiteY5" fmla="*/ 2382234 h 2721309"/>
                  <a:gd name="connsiteX6" fmla="*/ 1794305 w 2721388"/>
                  <a:gd name="connsiteY6" fmla="*/ 2650427 h 2721309"/>
                  <a:gd name="connsiteX7" fmla="*/ 1249134 w 2721388"/>
                  <a:gd name="connsiteY7" fmla="*/ 2716762 h 2721309"/>
                  <a:gd name="connsiteX8" fmla="*/ 691086 w 2721388"/>
                  <a:gd name="connsiteY8" fmla="*/ 2544461 h 2721309"/>
                  <a:gd name="connsiteX9" fmla="*/ 103912 w 2721388"/>
                  <a:gd name="connsiteY9" fmla="*/ 1881296 h 2721309"/>
                  <a:gd name="connsiteX10" fmla="*/ 0 w 2721388"/>
                  <a:gd name="connsiteY10" fmla="*/ 1366530 h 2721309"/>
                  <a:gd name="connsiteX11" fmla="*/ 0 w 2721388"/>
                  <a:gd name="connsiteY11" fmla="*/ 1351657 h 2721309"/>
                  <a:gd name="connsiteX12" fmla="*/ 38391 w 2721388"/>
                  <a:gd name="connsiteY12" fmla="*/ 1040888 h 2721309"/>
                  <a:gd name="connsiteX13" fmla="*/ 350651 w 2721388"/>
                  <a:gd name="connsiteY13" fmla="*/ 450758 h 2721309"/>
                  <a:gd name="connsiteX14" fmla="*/ 708904 w 2721388"/>
                  <a:gd name="connsiteY14" fmla="*/ 166979 h 2721309"/>
                  <a:gd name="connsiteX15" fmla="*/ 1332330 w 2721388"/>
                  <a:gd name="connsiteY15" fmla="*/ 0 h 2721309"/>
                  <a:gd name="connsiteX16" fmla="*/ 1247186 w 2721388"/>
                  <a:gd name="connsiteY16" fmla="*/ 122360 h 2721309"/>
                  <a:gd name="connsiteX17" fmla="*/ 983342 w 2721388"/>
                  <a:gd name="connsiteY17" fmla="*/ 176150 h 2721309"/>
                  <a:gd name="connsiteX18" fmla="*/ 438218 w 2721388"/>
                  <a:gd name="connsiteY18" fmla="*/ 528926 h 2721309"/>
                  <a:gd name="connsiteX19" fmla="*/ 154799 w 2721388"/>
                  <a:gd name="connsiteY19" fmla="*/ 1059040 h 2721309"/>
                  <a:gd name="connsiteX20" fmla="*/ 158506 w 2721388"/>
                  <a:gd name="connsiteY20" fmla="*/ 1676682 h 2721309"/>
                  <a:gd name="connsiteX21" fmla="*/ 793430 w 2721388"/>
                  <a:gd name="connsiteY21" fmla="*/ 2466246 h 2721309"/>
                  <a:gd name="connsiteX22" fmla="*/ 1363642 w 2721388"/>
                  <a:gd name="connsiteY22" fmla="*/ 2604049 h 2721309"/>
                  <a:gd name="connsiteX23" fmla="*/ 1931952 w 2721388"/>
                  <a:gd name="connsiteY23" fmla="*/ 2464345 h 2721309"/>
                  <a:gd name="connsiteX24" fmla="*/ 2541980 w 2721388"/>
                  <a:gd name="connsiteY24" fmla="*/ 1748767 h 2721309"/>
                  <a:gd name="connsiteX25" fmla="*/ 2582747 w 2721388"/>
                  <a:gd name="connsiteY25" fmla="*/ 1130697 h 2721309"/>
                  <a:gd name="connsiteX26" fmla="*/ 2376775 w 2721388"/>
                  <a:gd name="connsiteY26" fmla="*/ 645536 h 2721309"/>
                  <a:gd name="connsiteX27" fmla="*/ 1811885 w 2721388"/>
                  <a:gd name="connsiteY27" fmla="*/ 202380 h 2721309"/>
                  <a:gd name="connsiteX28" fmla="*/ 1247186 w 2721388"/>
                  <a:gd name="connsiteY28" fmla="*/ 122360 h 2721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721388" h="2721309">
                    <a:moveTo>
                      <a:pt x="1332330" y="0"/>
                    </a:moveTo>
                    <a:lnTo>
                      <a:pt x="1389964" y="0"/>
                    </a:lnTo>
                    <a:cubicBezTo>
                      <a:pt x="1584865" y="5084"/>
                      <a:pt x="1779006" y="50464"/>
                      <a:pt x="1954093" y="136710"/>
                    </a:cubicBezTo>
                    <a:cubicBezTo>
                      <a:pt x="2280132" y="294233"/>
                      <a:pt x="2538084" y="586898"/>
                      <a:pt x="2651641" y="930931"/>
                    </a:cubicBezTo>
                    <a:cubicBezTo>
                      <a:pt x="2724860" y="1148707"/>
                      <a:pt x="2740492" y="1385253"/>
                      <a:pt x="2698252" y="1610964"/>
                    </a:cubicBezTo>
                    <a:cubicBezTo>
                      <a:pt x="2643564" y="1907811"/>
                      <a:pt x="2485106" y="2183655"/>
                      <a:pt x="2258038" y="2382234"/>
                    </a:cubicBezTo>
                    <a:cubicBezTo>
                      <a:pt x="2123337" y="2501219"/>
                      <a:pt x="1964594" y="2592930"/>
                      <a:pt x="1794305" y="2650427"/>
                    </a:cubicBezTo>
                    <a:cubicBezTo>
                      <a:pt x="1619693" y="2709777"/>
                      <a:pt x="1432869" y="2731731"/>
                      <a:pt x="1249134" y="2716762"/>
                    </a:cubicBezTo>
                    <a:cubicBezTo>
                      <a:pt x="1053472" y="2701129"/>
                      <a:pt x="861565" y="2641683"/>
                      <a:pt x="691086" y="2544461"/>
                    </a:cubicBezTo>
                    <a:cubicBezTo>
                      <a:pt x="429333" y="2396299"/>
                      <a:pt x="219133" y="2159230"/>
                      <a:pt x="103912" y="1881296"/>
                    </a:cubicBezTo>
                    <a:cubicBezTo>
                      <a:pt x="36110" y="1718641"/>
                      <a:pt x="1330" y="1542728"/>
                      <a:pt x="0" y="1366530"/>
                    </a:cubicBezTo>
                    <a:lnTo>
                      <a:pt x="0" y="1351657"/>
                    </a:lnTo>
                    <a:cubicBezTo>
                      <a:pt x="1473" y="1247070"/>
                      <a:pt x="13589" y="1142529"/>
                      <a:pt x="38391" y="1040888"/>
                    </a:cubicBezTo>
                    <a:cubicBezTo>
                      <a:pt x="91036" y="822161"/>
                      <a:pt x="199842" y="617548"/>
                      <a:pt x="350651" y="450758"/>
                    </a:cubicBezTo>
                    <a:cubicBezTo>
                      <a:pt x="453138" y="337095"/>
                      <a:pt x="574773" y="240680"/>
                      <a:pt x="708904" y="166979"/>
                    </a:cubicBezTo>
                    <a:cubicBezTo>
                      <a:pt x="899148" y="61726"/>
                      <a:pt x="1115145" y="5275"/>
                      <a:pt x="1332330" y="0"/>
                    </a:cubicBezTo>
                    <a:moveTo>
                      <a:pt x="1247186" y="122360"/>
                    </a:moveTo>
                    <a:cubicBezTo>
                      <a:pt x="1157717" y="130960"/>
                      <a:pt x="1068962" y="148542"/>
                      <a:pt x="983342" y="176150"/>
                    </a:cubicBezTo>
                    <a:cubicBezTo>
                      <a:pt x="774757" y="242913"/>
                      <a:pt x="584750" y="366176"/>
                      <a:pt x="438218" y="528926"/>
                    </a:cubicBezTo>
                    <a:cubicBezTo>
                      <a:pt x="302614" y="679131"/>
                      <a:pt x="203739" y="862599"/>
                      <a:pt x="154799" y="1059040"/>
                    </a:cubicBezTo>
                    <a:cubicBezTo>
                      <a:pt x="103960" y="1260850"/>
                      <a:pt x="105100" y="1475537"/>
                      <a:pt x="158506" y="1676682"/>
                    </a:cubicBezTo>
                    <a:cubicBezTo>
                      <a:pt x="245883" y="2013872"/>
                      <a:pt x="483214" y="2308200"/>
                      <a:pt x="793430" y="2466246"/>
                    </a:cubicBezTo>
                    <a:cubicBezTo>
                      <a:pt x="968518" y="2557671"/>
                      <a:pt x="1166175" y="2604857"/>
                      <a:pt x="1363642" y="2604049"/>
                    </a:cubicBezTo>
                    <a:cubicBezTo>
                      <a:pt x="1560633" y="2604049"/>
                      <a:pt x="1757577" y="2556103"/>
                      <a:pt x="1931952" y="2464345"/>
                    </a:cubicBezTo>
                    <a:cubicBezTo>
                      <a:pt x="2218079" y="2317276"/>
                      <a:pt x="2441679" y="2054405"/>
                      <a:pt x="2541980" y="1748767"/>
                    </a:cubicBezTo>
                    <a:cubicBezTo>
                      <a:pt x="2607596" y="1550616"/>
                      <a:pt x="2621375" y="1335739"/>
                      <a:pt x="2582747" y="1130697"/>
                    </a:cubicBezTo>
                    <a:cubicBezTo>
                      <a:pt x="2550247" y="956590"/>
                      <a:pt x="2478739" y="790181"/>
                      <a:pt x="2376775" y="645536"/>
                    </a:cubicBezTo>
                    <a:cubicBezTo>
                      <a:pt x="2236942" y="447004"/>
                      <a:pt x="2038145" y="290622"/>
                      <a:pt x="1811885" y="202380"/>
                    </a:cubicBezTo>
                    <a:cubicBezTo>
                      <a:pt x="1633376" y="131673"/>
                      <a:pt x="1438238" y="105396"/>
                      <a:pt x="1247186" y="12236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B2E2271C-0C26-E213-C2CE-689030223AB3}"/>
                  </a:ext>
                </a:extLst>
              </p:cNvPr>
              <p:cNvSpPr/>
              <p:nvPr/>
            </p:nvSpPr>
            <p:spPr>
              <a:xfrm>
                <a:off x="886912" y="2300297"/>
                <a:ext cx="106467" cy="393261"/>
              </a:xfrm>
              <a:custGeom>
                <a:avLst/>
                <a:gdLst>
                  <a:gd name="connsiteX0" fmla="*/ 44403 w 106467"/>
                  <a:gd name="connsiteY0" fmla="*/ 0 h 393261"/>
                  <a:gd name="connsiteX1" fmla="*/ 57279 w 106467"/>
                  <a:gd name="connsiteY1" fmla="*/ 618 h 393261"/>
                  <a:gd name="connsiteX2" fmla="*/ 41647 w 106467"/>
                  <a:gd name="connsiteY2" fmla="*/ 121124 h 393261"/>
                  <a:gd name="connsiteX3" fmla="*/ 96145 w 106467"/>
                  <a:gd name="connsiteY3" fmla="*/ 77930 h 393261"/>
                  <a:gd name="connsiteX4" fmla="*/ 104555 w 106467"/>
                  <a:gd name="connsiteY4" fmla="*/ 102022 h 393261"/>
                  <a:gd name="connsiteX5" fmla="*/ 22831 w 106467"/>
                  <a:gd name="connsiteY5" fmla="*/ 313858 h 393261"/>
                  <a:gd name="connsiteX6" fmla="*/ 57991 w 106467"/>
                  <a:gd name="connsiteY6" fmla="*/ 319323 h 393261"/>
                  <a:gd name="connsiteX7" fmla="*/ 52432 w 106467"/>
                  <a:gd name="connsiteY7" fmla="*/ 359998 h 393261"/>
                  <a:gd name="connsiteX8" fmla="*/ 30196 w 106467"/>
                  <a:gd name="connsiteY8" fmla="*/ 393261 h 393261"/>
                  <a:gd name="connsiteX9" fmla="*/ 41077 w 106467"/>
                  <a:gd name="connsiteY9" fmla="*/ 323029 h 393261"/>
                  <a:gd name="connsiteX10" fmla="*/ 5061 w 106467"/>
                  <a:gd name="connsiteY10" fmla="*/ 351493 h 393261"/>
                  <a:gd name="connsiteX11" fmla="*/ 4349 w 106467"/>
                  <a:gd name="connsiteY11" fmla="*/ 311245 h 393261"/>
                  <a:gd name="connsiteX12" fmla="*/ 71913 w 106467"/>
                  <a:gd name="connsiteY12" fmla="*/ 141557 h 393261"/>
                  <a:gd name="connsiteX13" fmla="*/ 85834 w 106467"/>
                  <a:gd name="connsiteY13" fmla="*/ 89097 h 393261"/>
                  <a:gd name="connsiteX14" fmla="*/ 46398 w 106467"/>
                  <a:gd name="connsiteY14" fmla="*/ 144741 h 393261"/>
                  <a:gd name="connsiteX15" fmla="*/ 23639 w 106467"/>
                  <a:gd name="connsiteY15" fmla="*/ 161039 h 393261"/>
                  <a:gd name="connsiteX16" fmla="*/ 44403 w 106467"/>
                  <a:gd name="connsiteY16" fmla="*/ 0 h 393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6467" h="393261">
                    <a:moveTo>
                      <a:pt x="44403" y="0"/>
                    </a:moveTo>
                    <a:cubicBezTo>
                      <a:pt x="47634" y="143"/>
                      <a:pt x="54048" y="475"/>
                      <a:pt x="57279" y="618"/>
                    </a:cubicBezTo>
                    <a:cubicBezTo>
                      <a:pt x="65404" y="41911"/>
                      <a:pt x="44450" y="80543"/>
                      <a:pt x="41647" y="121124"/>
                    </a:cubicBezTo>
                    <a:cubicBezTo>
                      <a:pt x="56186" y="103780"/>
                      <a:pt x="68349" y="72038"/>
                      <a:pt x="96145" y="77930"/>
                    </a:cubicBezTo>
                    <a:cubicBezTo>
                      <a:pt x="108071" y="77692"/>
                      <a:pt x="107786" y="93896"/>
                      <a:pt x="104555" y="102022"/>
                    </a:cubicBezTo>
                    <a:cubicBezTo>
                      <a:pt x="80560" y="173869"/>
                      <a:pt x="35470" y="238162"/>
                      <a:pt x="22831" y="313858"/>
                    </a:cubicBezTo>
                    <a:cubicBezTo>
                      <a:pt x="34282" y="312243"/>
                      <a:pt x="51482" y="305352"/>
                      <a:pt x="57991" y="319323"/>
                    </a:cubicBezTo>
                    <a:cubicBezTo>
                      <a:pt x="61555" y="332961"/>
                      <a:pt x="56661" y="347073"/>
                      <a:pt x="52432" y="359998"/>
                    </a:cubicBezTo>
                    <a:cubicBezTo>
                      <a:pt x="47491" y="372448"/>
                      <a:pt x="43357" y="387084"/>
                      <a:pt x="30196" y="393261"/>
                    </a:cubicBezTo>
                    <a:cubicBezTo>
                      <a:pt x="34092" y="369930"/>
                      <a:pt x="40934" y="346931"/>
                      <a:pt x="41077" y="323029"/>
                    </a:cubicBezTo>
                    <a:cubicBezTo>
                      <a:pt x="28628" y="331963"/>
                      <a:pt x="16892" y="341846"/>
                      <a:pt x="5061" y="351493"/>
                    </a:cubicBezTo>
                    <a:cubicBezTo>
                      <a:pt x="-2113" y="338805"/>
                      <a:pt x="-1020" y="324360"/>
                      <a:pt x="4349" y="311245"/>
                    </a:cubicBezTo>
                    <a:cubicBezTo>
                      <a:pt x="26157" y="254413"/>
                      <a:pt x="48394" y="197724"/>
                      <a:pt x="71913" y="141557"/>
                    </a:cubicBezTo>
                    <a:cubicBezTo>
                      <a:pt x="78660" y="124688"/>
                      <a:pt x="88733" y="108009"/>
                      <a:pt x="85834" y="89097"/>
                    </a:cubicBezTo>
                    <a:cubicBezTo>
                      <a:pt x="68445" y="104398"/>
                      <a:pt x="58704" y="125591"/>
                      <a:pt x="46398" y="144741"/>
                    </a:cubicBezTo>
                    <a:cubicBezTo>
                      <a:pt x="40459" y="152106"/>
                      <a:pt x="35232" y="164461"/>
                      <a:pt x="23639" y="161039"/>
                    </a:cubicBezTo>
                    <a:cubicBezTo>
                      <a:pt x="18793" y="106583"/>
                      <a:pt x="35280" y="53220"/>
                      <a:pt x="44403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AD21F1AC-DA96-AA51-8F09-30F08440B278}"/>
                  </a:ext>
                </a:extLst>
              </p:cNvPr>
              <p:cNvSpPr/>
              <p:nvPr/>
            </p:nvSpPr>
            <p:spPr>
              <a:xfrm>
                <a:off x="1484896" y="2385308"/>
                <a:ext cx="387082" cy="337395"/>
              </a:xfrm>
              <a:custGeom>
                <a:avLst/>
                <a:gdLst>
                  <a:gd name="connsiteX0" fmla="*/ 335874 w 387082"/>
                  <a:gd name="connsiteY0" fmla="*/ 39630 h 337395"/>
                  <a:gd name="connsiteX1" fmla="*/ 380442 w 387082"/>
                  <a:gd name="connsiteY1" fmla="*/ 0 h 337395"/>
                  <a:gd name="connsiteX2" fmla="*/ 372935 w 387082"/>
                  <a:gd name="connsiteY2" fmla="*/ 34118 h 337395"/>
                  <a:gd name="connsiteX3" fmla="*/ 332406 w 387082"/>
                  <a:gd name="connsiteY3" fmla="*/ 69662 h 337395"/>
                  <a:gd name="connsiteX4" fmla="*/ 303042 w 387082"/>
                  <a:gd name="connsiteY4" fmla="*/ 112238 h 337395"/>
                  <a:gd name="connsiteX5" fmla="*/ 359298 w 387082"/>
                  <a:gd name="connsiteY5" fmla="*/ 120554 h 337395"/>
                  <a:gd name="connsiteX6" fmla="*/ 365285 w 387082"/>
                  <a:gd name="connsiteY6" fmla="*/ 109767 h 337395"/>
                  <a:gd name="connsiteX7" fmla="*/ 386714 w 387082"/>
                  <a:gd name="connsiteY7" fmla="*/ 119461 h 337395"/>
                  <a:gd name="connsiteX8" fmla="*/ 383293 w 387082"/>
                  <a:gd name="connsiteY8" fmla="*/ 150300 h 337395"/>
                  <a:gd name="connsiteX9" fmla="*/ 282326 w 387082"/>
                  <a:gd name="connsiteY9" fmla="*/ 141272 h 337395"/>
                  <a:gd name="connsiteX10" fmla="*/ 239659 w 387082"/>
                  <a:gd name="connsiteY10" fmla="*/ 172064 h 337395"/>
                  <a:gd name="connsiteX11" fmla="*/ 266029 w 387082"/>
                  <a:gd name="connsiteY11" fmla="*/ 287438 h 337395"/>
                  <a:gd name="connsiteX12" fmla="*/ 275674 w 387082"/>
                  <a:gd name="connsiteY12" fmla="*/ 332533 h 337395"/>
                  <a:gd name="connsiteX13" fmla="*/ 220606 w 387082"/>
                  <a:gd name="connsiteY13" fmla="*/ 319228 h 337395"/>
                  <a:gd name="connsiteX14" fmla="*/ 227543 w 387082"/>
                  <a:gd name="connsiteY14" fmla="*/ 183658 h 337395"/>
                  <a:gd name="connsiteX15" fmla="*/ 155892 w 387082"/>
                  <a:gd name="connsiteY15" fmla="*/ 226187 h 337395"/>
                  <a:gd name="connsiteX16" fmla="*/ 52550 w 387082"/>
                  <a:gd name="connsiteY16" fmla="*/ 249709 h 337395"/>
                  <a:gd name="connsiteX17" fmla="*/ 0 w 387082"/>
                  <a:gd name="connsiteY17" fmla="*/ 175865 h 337395"/>
                  <a:gd name="connsiteX18" fmla="*/ 42335 w 387082"/>
                  <a:gd name="connsiteY18" fmla="*/ 222433 h 337395"/>
                  <a:gd name="connsiteX19" fmla="*/ 73836 w 387082"/>
                  <a:gd name="connsiteY19" fmla="*/ 230606 h 337395"/>
                  <a:gd name="connsiteX20" fmla="*/ 124248 w 387082"/>
                  <a:gd name="connsiteY20" fmla="*/ 212929 h 337395"/>
                  <a:gd name="connsiteX21" fmla="*/ 248164 w 387082"/>
                  <a:gd name="connsiteY21" fmla="*/ 134002 h 337395"/>
                  <a:gd name="connsiteX22" fmla="*/ 95740 w 387082"/>
                  <a:gd name="connsiteY22" fmla="*/ 101784 h 337395"/>
                  <a:gd name="connsiteX23" fmla="*/ 66234 w 387082"/>
                  <a:gd name="connsiteY23" fmla="*/ 81969 h 337395"/>
                  <a:gd name="connsiteX24" fmla="*/ 91939 w 387082"/>
                  <a:gd name="connsiteY24" fmla="*/ 70897 h 337395"/>
                  <a:gd name="connsiteX25" fmla="*/ 223647 w 387082"/>
                  <a:gd name="connsiteY25" fmla="*/ 97032 h 337395"/>
                  <a:gd name="connsiteX26" fmla="*/ 272396 w 387082"/>
                  <a:gd name="connsiteY26" fmla="*/ 103732 h 337395"/>
                  <a:gd name="connsiteX27" fmla="*/ 335874 w 387082"/>
                  <a:gd name="connsiteY27" fmla="*/ 39630 h 337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87082" h="337395">
                    <a:moveTo>
                      <a:pt x="335874" y="39630"/>
                    </a:moveTo>
                    <a:cubicBezTo>
                      <a:pt x="351268" y="26895"/>
                      <a:pt x="361436" y="8173"/>
                      <a:pt x="380442" y="0"/>
                    </a:cubicBezTo>
                    <a:cubicBezTo>
                      <a:pt x="379682" y="11594"/>
                      <a:pt x="379634" y="24092"/>
                      <a:pt x="372935" y="34118"/>
                    </a:cubicBezTo>
                    <a:cubicBezTo>
                      <a:pt x="362909" y="49467"/>
                      <a:pt x="346279" y="58305"/>
                      <a:pt x="332406" y="69662"/>
                    </a:cubicBezTo>
                    <a:cubicBezTo>
                      <a:pt x="318056" y="80163"/>
                      <a:pt x="311785" y="97460"/>
                      <a:pt x="303042" y="112238"/>
                    </a:cubicBezTo>
                    <a:cubicBezTo>
                      <a:pt x="321620" y="115945"/>
                      <a:pt x="340340" y="119176"/>
                      <a:pt x="359298" y="120554"/>
                    </a:cubicBezTo>
                    <a:cubicBezTo>
                      <a:pt x="360771" y="117845"/>
                      <a:pt x="363812" y="112428"/>
                      <a:pt x="365285" y="109767"/>
                    </a:cubicBezTo>
                    <a:cubicBezTo>
                      <a:pt x="372602" y="112191"/>
                      <a:pt x="382912" y="111288"/>
                      <a:pt x="386714" y="119461"/>
                    </a:cubicBezTo>
                    <a:cubicBezTo>
                      <a:pt x="388139" y="129867"/>
                      <a:pt x="385098" y="140131"/>
                      <a:pt x="383293" y="150300"/>
                    </a:cubicBezTo>
                    <a:cubicBezTo>
                      <a:pt x="349700" y="146309"/>
                      <a:pt x="316156" y="141842"/>
                      <a:pt x="282326" y="141272"/>
                    </a:cubicBezTo>
                    <a:cubicBezTo>
                      <a:pt x="268167" y="151583"/>
                      <a:pt x="253865" y="161752"/>
                      <a:pt x="239659" y="172064"/>
                    </a:cubicBezTo>
                    <a:cubicBezTo>
                      <a:pt x="247641" y="210506"/>
                      <a:pt x="245361" y="252274"/>
                      <a:pt x="266029" y="287438"/>
                    </a:cubicBezTo>
                    <a:cubicBezTo>
                      <a:pt x="275627" y="300743"/>
                      <a:pt x="277005" y="316662"/>
                      <a:pt x="275674" y="332533"/>
                    </a:cubicBezTo>
                    <a:cubicBezTo>
                      <a:pt x="257001" y="343082"/>
                      <a:pt x="233197" y="335479"/>
                      <a:pt x="220606" y="319228"/>
                    </a:cubicBezTo>
                    <a:cubicBezTo>
                      <a:pt x="221414" y="273990"/>
                      <a:pt x="226117" y="228896"/>
                      <a:pt x="227543" y="183658"/>
                    </a:cubicBezTo>
                    <a:cubicBezTo>
                      <a:pt x="201838" y="194777"/>
                      <a:pt x="181455" y="214878"/>
                      <a:pt x="155892" y="226187"/>
                    </a:cubicBezTo>
                    <a:cubicBezTo>
                      <a:pt x="123916" y="240442"/>
                      <a:pt x="88613" y="264487"/>
                      <a:pt x="52550" y="249709"/>
                    </a:cubicBezTo>
                    <a:cubicBezTo>
                      <a:pt x="24612" y="235643"/>
                      <a:pt x="1235" y="208320"/>
                      <a:pt x="0" y="175865"/>
                    </a:cubicBezTo>
                    <a:cubicBezTo>
                      <a:pt x="17675" y="188077"/>
                      <a:pt x="26988" y="208035"/>
                      <a:pt x="42335" y="222433"/>
                    </a:cubicBezTo>
                    <a:cubicBezTo>
                      <a:pt x="50555" y="230796"/>
                      <a:pt x="63146" y="229371"/>
                      <a:pt x="73836" y="230606"/>
                    </a:cubicBezTo>
                    <a:cubicBezTo>
                      <a:pt x="92699" y="233647"/>
                      <a:pt x="108046" y="220247"/>
                      <a:pt x="124248" y="212929"/>
                    </a:cubicBezTo>
                    <a:cubicBezTo>
                      <a:pt x="168151" y="191023"/>
                      <a:pt x="210343" y="165459"/>
                      <a:pt x="248164" y="134002"/>
                    </a:cubicBezTo>
                    <a:cubicBezTo>
                      <a:pt x="196897" y="125733"/>
                      <a:pt x="145059" y="118511"/>
                      <a:pt x="95740" y="101784"/>
                    </a:cubicBezTo>
                    <a:cubicBezTo>
                      <a:pt x="84907" y="97175"/>
                      <a:pt x="71888" y="93278"/>
                      <a:pt x="66234" y="81969"/>
                    </a:cubicBezTo>
                    <a:cubicBezTo>
                      <a:pt x="66614" y="69139"/>
                      <a:pt x="82864" y="70327"/>
                      <a:pt x="91939" y="70897"/>
                    </a:cubicBezTo>
                    <a:cubicBezTo>
                      <a:pt x="135937" y="79023"/>
                      <a:pt x="179364" y="90142"/>
                      <a:pt x="223647" y="97032"/>
                    </a:cubicBezTo>
                    <a:cubicBezTo>
                      <a:pt x="239849" y="99028"/>
                      <a:pt x="256099" y="105015"/>
                      <a:pt x="272396" y="103732"/>
                    </a:cubicBezTo>
                    <a:cubicBezTo>
                      <a:pt x="298956" y="88336"/>
                      <a:pt x="312972" y="59303"/>
                      <a:pt x="335874" y="3963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4BD5C3CC-CF59-EB5D-DC79-6680F111C997}"/>
                  </a:ext>
                </a:extLst>
              </p:cNvPr>
              <p:cNvSpPr/>
              <p:nvPr/>
            </p:nvSpPr>
            <p:spPr>
              <a:xfrm>
                <a:off x="853102" y="2452261"/>
                <a:ext cx="70502" cy="123880"/>
              </a:xfrm>
              <a:custGeom>
                <a:avLst/>
                <a:gdLst>
                  <a:gd name="connsiteX0" fmla="*/ 4186 w 70502"/>
                  <a:gd name="connsiteY0" fmla="*/ 123880 h 123880"/>
                  <a:gd name="connsiteX1" fmla="*/ 9460 w 70502"/>
                  <a:gd name="connsiteY1" fmla="*/ 0 h 123880"/>
                  <a:gd name="connsiteX2" fmla="*/ 18393 w 70502"/>
                  <a:gd name="connsiteY2" fmla="*/ 6272 h 123880"/>
                  <a:gd name="connsiteX3" fmla="*/ 22669 w 70502"/>
                  <a:gd name="connsiteY3" fmla="*/ 78738 h 123880"/>
                  <a:gd name="connsiteX4" fmla="*/ 48326 w 70502"/>
                  <a:gd name="connsiteY4" fmla="*/ 39583 h 123880"/>
                  <a:gd name="connsiteX5" fmla="*/ 70278 w 70502"/>
                  <a:gd name="connsiteY5" fmla="*/ 52508 h 123880"/>
                  <a:gd name="connsiteX6" fmla="*/ 49087 w 70502"/>
                  <a:gd name="connsiteY6" fmla="*/ 89715 h 123880"/>
                  <a:gd name="connsiteX7" fmla="*/ 22526 w 70502"/>
                  <a:gd name="connsiteY7" fmla="*/ 120221 h 123880"/>
                  <a:gd name="connsiteX8" fmla="*/ 4186 w 70502"/>
                  <a:gd name="connsiteY8" fmla="*/ 123880 h 123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502" h="123880">
                    <a:moveTo>
                      <a:pt x="4186" y="123880"/>
                    </a:moveTo>
                    <a:cubicBezTo>
                      <a:pt x="-5602" y="82919"/>
                      <a:pt x="4139" y="40866"/>
                      <a:pt x="9460" y="0"/>
                    </a:cubicBezTo>
                    <a:cubicBezTo>
                      <a:pt x="11693" y="1568"/>
                      <a:pt x="16160" y="4704"/>
                      <a:pt x="18393" y="6272"/>
                    </a:cubicBezTo>
                    <a:cubicBezTo>
                      <a:pt x="21576" y="30269"/>
                      <a:pt x="20863" y="54599"/>
                      <a:pt x="22669" y="78738"/>
                    </a:cubicBezTo>
                    <a:cubicBezTo>
                      <a:pt x="30746" y="65385"/>
                      <a:pt x="39109" y="52175"/>
                      <a:pt x="48326" y="39583"/>
                    </a:cubicBezTo>
                    <a:cubicBezTo>
                      <a:pt x="55691" y="43099"/>
                      <a:pt x="68710" y="42101"/>
                      <a:pt x="70278" y="52508"/>
                    </a:cubicBezTo>
                    <a:cubicBezTo>
                      <a:pt x="72321" y="68189"/>
                      <a:pt x="60062" y="80448"/>
                      <a:pt x="49087" y="89715"/>
                    </a:cubicBezTo>
                    <a:cubicBezTo>
                      <a:pt x="38539" y="98315"/>
                      <a:pt x="31554" y="110242"/>
                      <a:pt x="22526" y="120221"/>
                    </a:cubicBezTo>
                    <a:cubicBezTo>
                      <a:pt x="16587" y="122122"/>
                      <a:pt x="10315" y="122835"/>
                      <a:pt x="4186" y="12388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99BBCA58-35AB-30ED-24D8-A3CC1A03A5FD}"/>
                  </a:ext>
                </a:extLst>
              </p:cNvPr>
              <p:cNvSpPr/>
              <p:nvPr/>
            </p:nvSpPr>
            <p:spPr>
              <a:xfrm>
                <a:off x="976242" y="2463420"/>
                <a:ext cx="239061" cy="250161"/>
              </a:xfrm>
              <a:custGeom>
                <a:avLst/>
                <a:gdLst>
                  <a:gd name="connsiteX0" fmla="*/ 15842 w 239061"/>
                  <a:gd name="connsiteY0" fmla="*/ 958 h 250161"/>
                  <a:gd name="connsiteX1" fmla="*/ 39124 w 239061"/>
                  <a:gd name="connsiteY1" fmla="*/ 103 h 250161"/>
                  <a:gd name="connsiteX2" fmla="*/ 60458 w 239061"/>
                  <a:gd name="connsiteY2" fmla="*/ 40351 h 250161"/>
                  <a:gd name="connsiteX3" fmla="*/ 93955 w 239061"/>
                  <a:gd name="connsiteY3" fmla="*/ 150688 h 250161"/>
                  <a:gd name="connsiteX4" fmla="*/ 154725 w 239061"/>
                  <a:gd name="connsiteY4" fmla="*/ 129923 h 250161"/>
                  <a:gd name="connsiteX5" fmla="*/ 183565 w 239061"/>
                  <a:gd name="connsiteY5" fmla="*/ 150403 h 250161"/>
                  <a:gd name="connsiteX6" fmla="*/ 183803 w 239061"/>
                  <a:gd name="connsiteY6" fmla="*/ 195308 h 250161"/>
                  <a:gd name="connsiteX7" fmla="*/ 239061 w 239061"/>
                  <a:gd name="connsiteY7" fmla="*/ 213840 h 250161"/>
                  <a:gd name="connsiteX8" fmla="*/ 238491 w 239061"/>
                  <a:gd name="connsiteY8" fmla="*/ 230472 h 250161"/>
                  <a:gd name="connsiteX9" fmla="*/ 168266 w 239061"/>
                  <a:gd name="connsiteY9" fmla="*/ 218639 h 250161"/>
                  <a:gd name="connsiteX10" fmla="*/ 98088 w 239061"/>
                  <a:gd name="connsiteY10" fmla="*/ 250144 h 250161"/>
                  <a:gd name="connsiteX11" fmla="*/ 81601 w 239061"/>
                  <a:gd name="connsiteY11" fmla="*/ 237219 h 250161"/>
                  <a:gd name="connsiteX12" fmla="*/ 94145 w 239061"/>
                  <a:gd name="connsiteY12" fmla="*/ 204051 h 250161"/>
                  <a:gd name="connsiteX13" fmla="*/ 152206 w 239061"/>
                  <a:gd name="connsiteY13" fmla="*/ 191697 h 250161"/>
                  <a:gd name="connsiteX14" fmla="*/ 152824 w 239061"/>
                  <a:gd name="connsiteY14" fmla="*/ 155155 h 250161"/>
                  <a:gd name="connsiteX15" fmla="*/ 102365 w 239061"/>
                  <a:gd name="connsiteY15" fmla="*/ 172737 h 250161"/>
                  <a:gd name="connsiteX16" fmla="*/ 77230 w 239061"/>
                  <a:gd name="connsiteY16" fmla="*/ 171169 h 250161"/>
                  <a:gd name="connsiteX17" fmla="*/ 53806 w 239061"/>
                  <a:gd name="connsiteY17" fmla="*/ 123365 h 250161"/>
                  <a:gd name="connsiteX18" fmla="*/ 27341 w 239061"/>
                  <a:gd name="connsiteY18" fmla="*/ 28614 h 250161"/>
                  <a:gd name="connsiteX19" fmla="*/ 6767 w 239061"/>
                  <a:gd name="connsiteY19" fmla="*/ 90293 h 250161"/>
                  <a:gd name="connsiteX20" fmla="*/ 15842 w 239061"/>
                  <a:gd name="connsiteY20" fmla="*/ 958 h 250161"/>
                  <a:gd name="connsiteX21" fmla="*/ 107258 w 239061"/>
                  <a:gd name="connsiteY21" fmla="*/ 211322 h 250161"/>
                  <a:gd name="connsiteX22" fmla="*/ 102079 w 239061"/>
                  <a:gd name="connsiteY22" fmla="*/ 225054 h 250161"/>
                  <a:gd name="connsiteX23" fmla="*/ 129590 w 239061"/>
                  <a:gd name="connsiteY23" fmla="*/ 213413 h 250161"/>
                  <a:gd name="connsiteX24" fmla="*/ 107258 w 239061"/>
                  <a:gd name="connsiteY24" fmla="*/ 211322 h 250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39061" h="250161">
                    <a:moveTo>
                      <a:pt x="15842" y="958"/>
                    </a:moveTo>
                    <a:cubicBezTo>
                      <a:pt x="23587" y="483"/>
                      <a:pt x="31332" y="-277"/>
                      <a:pt x="39124" y="103"/>
                    </a:cubicBezTo>
                    <a:cubicBezTo>
                      <a:pt x="53331" y="7943"/>
                      <a:pt x="56419" y="25905"/>
                      <a:pt x="60458" y="40351"/>
                    </a:cubicBezTo>
                    <a:cubicBezTo>
                      <a:pt x="70103" y="77368"/>
                      <a:pt x="69390" y="119231"/>
                      <a:pt x="93955" y="150688"/>
                    </a:cubicBezTo>
                    <a:cubicBezTo>
                      <a:pt x="113293" y="141755"/>
                      <a:pt x="132631" y="129448"/>
                      <a:pt x="154725" y="129923"/>
                    </a:cubicBezTo>
                    <a:cubicBezTo>
                      <a:pt x="167411" y="130541"/>
                      <a:pt x="177769" y="139664"/>
                      <a:pt x="183565" y="150403"/>
                    </a:cubicBezTo>
                    <a:cubicBezTo>
                      <a:pt x="192736" y="164041"/>
                      <a:pt x="184706" y="180482"/>
                      <a:pt x="183803" y="195308"/>
                    </a:cubicBezTo>
                    <a:cubicBezTo>
                      <a:pt x="203094" y="198587"/>
                      <a:pt x="222289" y="203434"/>
                      <a:pt x="239061" y="213840"/>
                    </a:cubicBezTo>
                    <a:cubicBezTo>
                      <a:pt x="238871" y="219352"/>
                      <a:pt x="238681" y="224912"/>
                      <a:pt x="238491" y="230472"/>
                    </a:cubicBezTo>
                    <a:cubicBezTo>
                      <a:pt x="214259" y="232895"/>
                      <a:pt x="191643" y="222774"/>
                      <a:pt x="168266" y="218639"/>
                    </a:cubicBezTo>
                    <a:cubicBezTo>
                      <a:pt x="148263" y="234843"/>
                      <a:pt x="124934" y="250762"/>
                      <a:pt x="98088" y="250144"/>
                    </a:cubicBezTo>
                    <a:cubicBezTo>
                      <a:pt x="91626" y="247198"/>
                      <a:pt x="86875" y="241733"/>
                      <a:pt x="81601" y="237219"/>
                    </a:cubicBezTo>
                    <a:cubicBezTo>
                      <a:pt x="84167" y="225957"/>
                      <a:pt x="82219" y="210561"/>
                      <a:pt x="94145" y="204051"/>
                    </a:cubicBezTo>
                    <a:cubicBezTo>
                      <a:pt x="111060" y="191792"/>
                      <a:pt x="132488" y="193597"/>
                      <a:pt x="152206" y="191697"/>
                    </a:cubicBezTo>
                    <a:cubicBezTo>
                      <a:pt x="152634" y="179532"/>
                      <a:pt x="152777" y="167320"/>
                      <a:pt x="152824" y="155155"/>
                    </a:cubicBezTo>
                    <a:cubicBezTo>
                      <a:pt x="133248" y="149120"/>
                      <a:pt x="118472" y="164991"/>
                      <a:pt x="102365" y="172737"/>
                    </a:cubicBezTo>
                    <a:cubicBezTo>
                      <a:pt x="93955" y="173830"/>
                      <a:pt x="85545" y="171977"/>
                      <a:pt x="77230" y="171169"/>
                    </a:cubicBezTo>
                    <a:cubicBezTo>
                      <a:pt x="67965" y="156010"/>
                      <a:pt x="58224" y="140757"/>
                      <a:pt x="53806" y="123365"/>
                    </a:cubicBezTo>
                    <a:cubicBezTo>
                      <a:pt x="45063" y="91766"/>
                      <a:pt x="36321" y="60166"/>
                      <a:pt x="27341" y="28614"/>
                    </a:cubicBezTo>
                    <a:cubicBezTo>
                      <a:pt x="20641" y="49189"/>
                      <a:pt x="15747" y="70478"/>
                      <a:pt x="6767" y="90293"/>
                    </a:cubicBezTo>
                    <a:cubicBezTo>
                      <a:pt x="-8342" y="61402"/>
                      <a:pt x="5057" y="28852"/>
                      <a:pt x="15842" y="958"/>
                    </a:cubicBezTo>
                    <a:moveTo>
                      <a:pt x="107258" y="211322"/>
                    </a:moveTo>
                    <a:cubicBezTo>
                      <a:pt x="105500" y="215883"/>
                      <a:pt x="103790" y="220493"/>
                      <a:pt x="102079" y="225054"/>
                    </a:cubicBezTo>
                    <a:cubicBezTo>
                      <a:pt x="111297" y="221301"/>
                      <a:pt x="120420" y="217404"/>
                      <a:pt x="129590" y="213413"/>
                    </a:cubicBezTo>
                    <a:cubicBezTo>
                      <a:pt x="122130" y="212652"/>
                      <a:pt x="114671" y="211987"/>
                      <a:pt x="107258" y="211322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98D0E607-B959-BBEC-495F-F6B7E7E0A19F}"/>
                  </a:ext>
                </a:extLst>
              </p:cNvPr>
              <p:cNvSpPr/>
              <p:nvPr/>
            </p:nvSpPr>
            <p:spPr>
              <a:xfrm>
                <a:off x="945806" y="2531949"/>
                <a:ext cx="98267" cy="191783"/>
              </a:xfrm>
              <a:custGeom>
                <a:avLst/>
                <a:gdLst>
                  <a:gd name="connsiteX0" fmla="*/ 0 w 98267"/>
                  <a:gd name="connsiteY0" fmla="*/ 61204 h 191783"/>
                  <a:gd name="connsiteX1" fmla="*/ 7650 w 98267"/>
                  <a:gd name="connsiteY1" fmla="*/ 0 h 191783"/>
                  <a:gd name="connsiteX2" fmla="*/ 17343 w 98267"/>
                  <a:gd name="connsiteY2" fmla="*/ 36351 h 191783"/>
                  <a:gd name="connsiteX3" fmla="*/ 28081 w 98267"/>
                  <a:gd name="connsiteY3" fmla="*/ 40295 h 191783"/>
                  <a:gd name="connsiteX4" fmla="*/ 33545 w 98267"/>
                  <a:gd name="connsiteY4" fmla="*/ 81351 h 191783"/>
                  <a:gd name="connsiteX5" fmla="*/ 80773 w 98267"/>
                  <a:gd name="connsiteY5" fmla="*/ 124355 h 191783"/>
                  <a:gd name="connsiteX6" fmla="*/ 96690 w 98267"/>
                  <a:gd name="connsiteY6" fmla="*/ 165411 h 191783"/>
                  <a:gd name="connsiteX7" fmla="*/ 56826 w 98267"/>
                  <a:gd name="connsiteY7" fmla="*/ 191784 h 191783"/>
                  <a:gd name="connsiteX8" fmla="*/ 47466 w 98267"/>
                  <a:gd name="connsiteY8" fmla="*/ 139086 h 191783"/>
                  <a:gd name="connsiteX9" fmla="*/ 62385 w 98267"/>
                  <a:gd name="connsiteY9" fmla="*/ 168167 h 191783"/>
                  <a:gd name="connsiteX10" fmla="*/ 79443 w 98267"/>
                  <a:gd name="connsiteY10" fmla="*/ 168215 h 191783"/>
                  <a:gd name="connsiteX11" fmla="*/ 79823 w 98267"/>
                  <a:gd name="connsiteY11" fmla="*/ 144503 h 191783"/>
                  <a:gd name="connsiteX12" fmla="*/ 58917 w 98267"/>
                  <a:gd name="connsiteY12" fmla="*/ 135712 h 191783"/>
                  <a:gd name="connsiteX13" fmla="*/ 24517 w 98267"/>
                  <a:gd name="connsiteY13" fmla="*/ 98838 h 191783"/>
                  <a:gd name="connsiteX14" fmla="*/ 15727 w 98267"/>
                  <a:gd name="connsiteY14" fmla="*/ 64340 h 191783"/>
                  <a:gd name="connsiteX15" fmla="*/ 0 w 98267"/>
                  <a:gd name="connsiteY15" fmla="*/ 61204 h 191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8267" h="191783">
                    <a:moveTo>
                      <a:pt x="0" y="61204"/>
                    </a:moveTo>
                    <a:cubicBezTo>
                      <a:pt x="1568" y="40676"/>
                      <a:pt x="3421" y="20148"/>
                      <a:pt x="7650" y="0"/>
                    </a:cubicBezTo>
                    <a:cubicBezTo>
                      <a:pt x="20383" y="7888"/>
                      <a:pt x="15204" y="24092"/>
                      <a:pt x="17343" y="36351"/>
                    </a:cubicBezTo>
                    <a:cubicBezTo>
                      <a:pt x="20003" y="37349"/>
                      <a:pt x="25420" y="39298"/>
                      <a:pt x="28081" y="40295"/>
                    </a:cubicBezTo>
                    <a:cubicBezTo>
                      <a:pt x="30551" y="53886"/>
                      <a:pt x="32452" y="67571"/>
                      <a:pt x="33545" y="81351"/>
                    </a:cubicBezTo>
                    <a:cubicBezTo>
                      <a:pt x="49699" y="95322"/>
                      <a:pt x="60960" y="114947"/>
                      <a:pt x="80773" y="124355"/>
                    </a:cubicBezTo>
                    <a:cubicBezTo>
                      <a:pt x="96073" y="130818"/>
                      <a:pt x="101204" y="150538"/>
                      <a:pt x="96690" y="165411"/>
                    </a:cubicBezTo>
                    <a:cubicBezTo>
                      <a:pt x="91321" y="182090"/>
                      <a:pt x="73123" y="190216"/>
                      <a:pt x="56826" y="191784"/>
                    </a:cubicBezTo>
                    <a:cubicBezTo>
                      <a:pt x="34970" y="183468"/>
                      <a:pt x="36491" y="155670"/>
                      <a:pt x="47466" y="139086"/>
                    </a:cubicBezTo>
                    <a:cubicBezTo>
                      <a:pt x="54308" y="147734"/>
                      <a:pt x="58394" y="157998"/>
                      <a:pt x="62385" y="168167"/>
                    </a:cubicBezTo>
                    <a:cubicBezTo>
                      <a:pt x="68087" y="168167"/>
                      <a:pt x="73741" y="168215"/>
                      <a:pt x="79443" y="168215"/>
                    </a:cubicBezTo>
                    <a:cubicBezTo>
                      <a:pt x="79680" y="160327"/>
                      <a:pt x="81961" y="152249"/>
                      <a:pt x="79823" y="144503"/>
                    </a:cubicBezTo>
                    <a:cubicBezTo>
                      <a:pt x="74454" y="138753"/>
                      <a:pt x="65949" y="138326"/>
                      <a:pt x="58917" y="135712"/>
                    </a:cubicBezTo>
                    <a:cubicBezTo>
                      <a:pt x="50935" y="120506"/>
                      <a:pt x="40957" y="105681"/>
                      <a:pt x="24517" y="98838"/>
                    </a:cubicBezTo>
                    <a:cubicBezTo>
                      <a:pt x="20858" y="87529"/>
                      <a:pt x="18103" y="75982"/>
                      <a:pt x="15727" y="64340"/>
                    </a:cubicBezTo>
                    <a:cubicBezTo>
                      <a:pt x="10453" y="63294"/>
                      <a:pt x="5227" y="62249"/>
                      <a:pt x="0" y="61204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B9120662-38A4-5A18-DFA1-9F7A447F6854}"/>
                  </a:ext>
                </a:extLst>
              </p:cNvPr>
              <p:cNvSpPr/>
              <p:nvPr/>
            </p:nvSpPr>
            <p:spPr>
              <a:xfrm>
                <a:off x="939487" y="2687144"/>
                <a:ext cx="46987" cy="78737"/>
              </a:xfrm>
              <a:custGeom>
                <a:avLst/>
                <a:gdLst>
                  <a:gd name="connsiteX0" fmla="*/ 0 w 46987"/>
                  <a:gd name="connsiteY0" fmla="*/ 0 h 78737"/>
                  <a:gd name="connsiteX1" fmla="*/ 43950 w 46987"/>
                  <a:gd name="connsiteY1" fmla="*/ 46378 h 78737"/>
                  <a:gd name="connsiteX2" fmla="*/ 42525 w 46987"/>
                  <a:gd name="connsiteY2" fmla="*/ 76267 h 78737"/>
                  <a:gd name="connsiteX3" fmla="*/ 23139 w 46987"/>
                  <a:gd name="connsiteY3" fmla="*/ 78738 h 78737"/>
                  <a:gd name="connsiteX4" fmla="*/ 0 w 46987"/>
                  <a:gd name="connsiteY4" fmla="*/ 0 h 78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987" h="78737">
                    <a:moveTo>
                      <a:pt x="0" y="0"/>
                    </a:moveTo>
                    <a:cubicBezTo>
                      <a:pt x="20431" y="8886"/>
                      <a:pt x="32594" y="28273"/>
                      <a:pt x="43950" y="46378"/>
                    </a:cubicBezTo>
                    <a:cubicBezTo>
                      <a:pt x="48321" y="55596"/>
                      <a:pt x="48084" y="67571"/>
                      <a:pt x="42525" y="76267"/>
                    </a:cubicBezTo>
                    <a:cubicBezTo>
                      <a:pt x="36253" y="78263"/>
                      <a:pt x="29601" y="78168"/>
                      <a:pt x="23139" y="78738"/>
                    </a:cubicBezTo>
                    <a:cubicBezTo>
                      <a:pt x="17010" y="52032"/>
                      <a:pt x="7840" y="26183"/>
                      <a:pt x="0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5FD48693-09F0-1622-A4BF-1B98A1A902AC}"/>
                  </a:ext>
                </a:extLst>
              </p:cNvPr>
              <p:cNvSpPr/>
              <p:nvPr/>
            </p:nvSpPr>
            <p:spPr>
              <a:xfrm>
                <a:off x="1941027" y="2717936"/>
                <a:ext cx="438782" cy="460784"/>
              </a:xfrm>
              <a:custGeom>
                <a:avLst/>
                <a:gdLst>
                  <a:gd name="connsiteX0" fmla="*/ 299906 w 438782"/>
                  <a:gd name="connsiteY0" fmla="*/ 0 h 460784"/>
                  <a:gd name="connsiteX1" fmla="*/ 314113 w 438782"/>
                  <a:gd name="connsiteY1" fmla="*/ 49752 h 460784"/>
                  <a:gd name="connsiteX2" fmla="*/ 245598 w 438782"/>
                  <a:gd name="connsiteY2" fmla="*/ 189883 h 460784"/>
                  <a:gd name="connsiteX3" fmla="*/ 206019 w 438782"/>
                  <a:gd name="connsiteY3" fmla="*/ 182090 h 460784"/>
                  <a:gd name="connsiteX4" fmla="*/ 255338 w 438782"/>
                  <a:gd name="connsiteY4" fmla="*/ 194825 h 460784"/>
                  <a:gd name="connsiteX5" fmla="*/ 300999 w 438782"/>
                  <a:gd name="connsiteY5" fmla="*/ 162417 h 460784"/>
                  <a:gd name="connsiteX6" fmla="*/ 291971 w 438782"/>
                  <a:gd name="connsiteY6" fmla="*/ 152629 h 460784"/>
                  <a:gd name="connsiteX7" fmla="*/ 293017 w 438782"/>
                  <a:gd name="connsiteY7" fmla="*/ 138041 h 460784"/>
                  <a:gd name="connsiteX8" fmla="*/ 315205 w 438782"/>
                  <a:gd name="connsiteY8" fmla="*/ 149730 h 460784"/>
                  <a:gd name="connsiteX9" fmla="*/ 349843 w 438782"/>
                  <a:gd name="connsiteY9" fmla="*/ 136330 h 460784"/>
                  <a:gd name="connsiteX10" fmla="*/ 294680 w 438782"/>
                  <a:gd name="connsiteY10" fmla="*/ 119746 h 460784"/>
                  <a:gd name="connsiteX11" fmla="*/ 306511 w 438782"/>
                  <a:gd name="connsiteY11" fmla="*/ 111383 h 460784"/>
                  <a:gd name="connsiteX12" fmla="*/ 299906 w 438782"/>
                  <a:gd name="connsiteY12" fmla="*/ 97840 h 460784"/>
                  <a:gd name="connsiteX13" fmla="*/ 364002 w 438782"/>
                  <a:gd name="connsiteY13" fmla="*/ 105586 h 460784"/>
                  <a:gd name="connsiteX14" fmla="*/ 422871 w 438782"/>
                  <a:gd name="connsiteY14" fmla="*/ 68854 h 460784"/>
                  <a:gd name="connsiteX15" fmla="*/ 412133 w 438782"/>
                  <a:gd name="connsiteY15" fmla="*/ 101166 h 460784"/>
                  <a:gd name="connsiteX16" fmla="*/ 374075 w 438782"/>
                  <a:gd name="connsiteY16" fmla="*/ 120839 h 460784"/>
                  <a:gd name="connsiteX17" fmla="*/ 429761 w 438782"/>
                  <a:gd name="connsiteY17" fmla="*/ 128822 h 460784"/>
                  <a:gd name="connsiteX18" fmla="*/ 438123 w 438782"/>
                  <a:gd name="connsiteY18" fmla="*/ 155575 h 460784"/>
                  <a:gd name="connsiteX19" fmla="*/ 350128 w 438782"/>
                  <a:gd name="connsiteY19" fmla="*/ 210649 h 460784"/>
                  <a:gd name="connsiteX20" fmla="*/ 397689 w 438782"/>
                  <a:gd name="connsiteY20" fmla="*/ 238352 h 460784"/>
                  <a:gd name="connsiteX21" fmla="*/ 394838 w 438782"/>
                  <a:gd name="connsiteY21" fmla="*/ 254223 h 460784"/>
                  <a:gd name="connsiteX22" fmla="*/ 358871 w 438782"/>
                  <a:gd name="connsiteY22" fmla="*/ 262538 h 460784"/>
                  <a:gd name="connsiteX23" fmla="*/ 213431 w 438782"/>
                  <a:gd name="connsiteY23" fmla="*/ 253035 h 460784"/>
                  <a:gd name="connsiteX24" fmla="*/ 281186 w 438782"/>
                  <a:gd name="connsiteY24" fmla="*/ 267243 h 460784"/>
                  <a:gd name="connsiteX25" fmla="*/ 281613 w 438782"/>
                  <a:gd name="connsiteY25" fmla="*/ 289149 h 460784"/>
                  <a:gd name="connsiteX26" fmla="*/ 187679 w 438782"/>
                  <a:gd name="connsiteY26" fmla="*/ 323362 h 460784"/>
                  <a:gd name="connsiteX27" fmla="*/ 271445 w 438782"/>
                  <a:gd name="connsiteY27" fmla="*/ 364893 h 460784"/>
                  <a:gd name="connsiteX28" fmla="*/ 276767 w 438782"/>
                  <a:gd name="connsiteY28" fmla="*/ 391123 h 460784"/>
                  <a:gd name="connsiteX29" fmla="*/ 259425 w 438782"/>
                  <a:gd name="connsiteY29" fmla="*/ 399961 h 460784"/>
                  <a:gd name="connsiteX30" fmla="*/ 188867 w 438782"/>
                  <a:gd name="connsiteY30" fmla="*/ 358383 h 460784"/>
                  <a:gd name="connsiteX31" fmla="*/ 148718 w 438782"/>
                  <a:gd name="connsiteY31" fmla="*/ 437121 h 460784"/>
                  <a:gd name="connsiteX32" fmla="*/ 120495 w 438782"/>
                  <a:gd name="connsiteY32" fmla="*/ 460785 h 460784"/>
                  <a:gd name="connsiteX33" fmla="*/ 99399 w 438782"/>
                  <a:gd name="connsiteY33" fmla="*/ 456128 h 460784"/>
                  <a:gd name="connsiteX34" fmla="*/ 36395 w 438782"/>
                  <a:gd name="connsiteY34" fmla="*/ 333436 h 460784"/>
                  <a:gd name="connsiteX35" fmla="*/ 69037 w 438782"/>
                  <a:gd name="connsiteY35" fmla="*/ 371450 h 460784"/>
                  <a:gd name="connsiteX36" fmla="*/ 125198 w 438782"/>
                  <a:gd name="connsiteY36" fmla="*/ 432796 h 460784"/>
                  <a:gd name="connsiteX37" fmla="*/ 166678 w 438782"/>
                  <a:gd name="connsiteY37" fmla="*/ 356197 h 460784"/>
                  <a:gd name="connsiteX38" fmla="*/ 154657 w 438782"/>
                  <a:gd name="connsiteY38" fmla="*/ 342607 h 460784"/>
                  <a:gd name="connsiteX39" fmla="*/ 12639 w 438782"/>
                  <a:gd name="connsiteY39" fmla="*/ 316662 h 460784"/>
                  <a:gd name="connsiteX40" fmla="*/ 0 w 438782"/>
                  <a:gd name="connsiteY40" fmla="*/ 297132 h 460784"/>
                  <a:gd name="connsiteX41" fmla="*/ 170527 w 438782"/>
                  <a:gd name="connsiteY41" fmla="*/ 321176 h 460784"/>
                  <a:gd name="connsiteX42" fmla="*/ 241084 w 438782"/>
                  <a:gd name="connsiteY42" fmla="*/ 280595 h 460784"/>
                  <a:gd name="connsiteX43" fmla="*/ 153564 w 438782"/>
                  <a:gd name="connsiteY43" fmla="*/ 256171 h 460784"/>
                  <a:gd name="connsiteX44" fmla="*/ 206542 w 438782"/>
                  <a:gd name="connsiteY44" fmla="*/ 238589 h 460784"/>
                  <a:gd name="connsiteX45" fmla="*/ 292827 w 438782"/>
                  <a:gd name="connsiteY45" fmla="*/ 240110 h 460784"/>
                  <a:gd name="connsiteX46" fmla="*/ 375358 w 438782"/>
                  <a:gd name="connsiteY46" fmla="*/ 241630 h 460784"/>
                  <a:gd name="connsiteX47" fmla="*/ 346755 w 438782"/>
                  <a:gd name="connsiteY47" fmla="*/ 227042 h 460784"/>
                  <a:gd name="connsiteX48" fmla="*/ 282374 w 438782"/>
                  <a:gd name="connsiteY48" fmla="*/ 219202 h 460784"/>
                  <a:gd name="connsiteX49" fmla="*/ 185636 w 438782"/>
                  <a:gd name="connsiteY49" fmla="*/ 220865 h 460784"/>
                  <a:gd name="connsiteX50" fmla="*/ 91369 w 438782"/>
                  <a:gd name="connsiteY50" fmla="*/ 257026 h 460784"/>
                  <a:gd name="connsiteX51" fmla="*/ 78635 w 438782"/>
                  <a:gd name="connsiteY51" fmla="*/ 233600 h 460784"/>
                  <a:gd name="connsiteX52" fmla="*/ 109566 w 438782"/>
                  <a:gd name="connsiteY52" fmla="*/ 179001 h 460784"/>
                  <a:gd name="connsiteX53" fmla="*/ 167676 w 438782"/>
                  <a:gd name="connsiteY53" fmla="*/ 159709 h 460784"/>
                  <a:gd name="connsiteX54" fmla="*/ 115458 w 438782"/>
                  <a:gd name="connsiteY54" fmla="*/ 212122 h 460784"/>
                  <a:gd name="connsiteX55" fmla="*/ 186159 w 438782"/>
                  <a:gd name="connsiteY55" fmla="*/ 188743 h 460784"/>
                  <a:gd name="connsiteX56" fmla="*/ 221461 w 438782"/>
                  <a:gd name="connsiteY56" fmla="*/ 79641 h 460784"/>
                  <a:gd name="connsiteX57" fmla="*/ 237426 w 438782"/>
                  <a:gd name="connsiteY57" fmla="*/ 100216 h 460784"/>
                  <a:gd name="connsiteX58" fmla="*/ 222554 w 438782"/>
                  <a:gd name="connsiteY58" fmla="*/ 155195 h 460784"/>
                  <a:gd name="connsiteX59" fmla="*/ 252583 w 438782"/>
                  <a:gd name="connsiteY59" fmla="*/ 142792 h 460784"/>
                  <a:gd name="connsiteX60" fmla="*/ 299906 w 438782"/>
                  <a:gd name="connsiteY60" fmla="*/ 0 h 460784"/>
                  <a:gd name="connsiteX61" fmla="*/ 374408 w 438782"/>
                  <a:gd name="connsiteY61" fmla="*/ 136995 h 460784"/>
                  <a:gd name="connsiteX62" fmla="*/ 344664 w 438782"/>
                  <a:gd name="connsiteY62" fmla="*/ 196108 h 460784"/>
                  <a:gd name="connsiteX63" fmla="*/ 422871 w 438782"/>
                  <a:gd name="connsiteY63" fmla="*/ 154387 h 460784"/>
                  <a:gd name="connsiteX64" fmla="*/ 419118 w 438782"/>
                  <a:gd name="connsiteY64" fmla="*/ 139134 h 460784"/>
                  <a:gd name="connsiteX65" fmla="*/ 374408 w 438782"/>
                  <a:gd name="connsiteY65" fmla="*/ 136995 h 460784"/>
                  <a:gd name="connsiteX66" fmla="*/ 328129 w 438782"/>
                  <a:gd name="connsiteY66" fmla="*/ 184418 h 460784"/>
                  <a:gd name="connsiteX67" fmla="*/ 339818 w 438782"/>
                  <a:gd name="connsiteY67" fmla="*/ 166694 h 460784"/>
                  <a:gd name="connsiteX68" fmla="*/ 328129 w 438782"/>
                  <a:gd name="connsiteY68" fmla="*/ 184418 h 460784"/>
                  <a:gd name="connsiteX69" fmla="*/ 273061 w 438782"/>
                  <a:gd name="connsiteY69" fmla="*/ 201620 h 460784"/>
                  <a:gd name="connsiteX70" fmla="*/ 308126 w 438782"/>
                  <a:gd name="connsiteY70" fmla="*/ 186129 h 460784"/>
                  <a:gd name="connsiteX71" fmla="*/ 273061 w 438782"/>
                  <a:gd name="connsiteY71" fmla="*/ 201620 h 460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</a:cxnLst>
                <a:rect l="l" t="t" r="r" b="b"/>
                <a:pathLst>
                  <a:path w="438782" h="460784">
                    <a:moveTo>
                      <a:pt x="299906" y="0"/>
                    </a:moveTo>
                    <a:cubicBezTo>
                      <a:pt x="309029" y="14683"/>
                      <a:pt x="314160" y="32550"/>
                      <a:pt x="314113" y="49752"/>
                    </a:cubicBezTo>
                    <a:cubicBezTo>
                      <a:pt x="295440" y="98220"/>
                      <a:pt x="277147" y="147972"/>
                      <a:pt x="245598" y="189883"/>
                    </a:cubicBezTo>
                    <a:cubicBezTo>
                      <a:pt x="232769" y="183801"/>
                      <a:pt x="219751" y="170876"/>
                      <a:pt x="206019" y="182090"/>
                    </a:cubicBezTo>
                    <a:cubicBezTo>
                      <a:pt x="222316" y="186889"/>
                      <a:pt x="238851" y="190786"/>
                      <a:pt x="255338" y="194825"/>
                    </a:cubicBezTo>
                    <a:cubicBezTo>
                      <a:pt x="264794" y="177196"/>
                      <a:pt x="283894" y="170210"/>
                      <a:pt x="300999" y="162417"/>
                    </a:cubicBezTo>
                    <a:cubicBezTo>
                      <a:pt x="298766" y="159947"/>
                      <a:pt x="294205" y="155100"/>
                      <a:pt x="291971" y="152629"/>
                    </a:cubicBezTo>
                    <a:cubicBezTo>
                      <a:pt x="292209" y="148970"/>
                      <a:pt x="292732" y="141699"/>
                      <a:pt x="293017" y="138041"/>
                    </a:cubicBezTo>
                    <a:cubicBezTo>
                      <a:pt x="300239" y="142175"/>
                      <a:pt x="307223" y="147069"/>
                      <a:pt x="315205" y="149730"/>
                    </a:cubicBezTo>
                    <a:cubicBezTo>
                      <a:pt x="327939" y="149017"/>
                      <a:pt x="339200" y="142745"/>
                      <a:pt x="349843" y="136330"/>
                    </a:cubicBezTo>
                    <a:cubicBezTo>
                      <a:pt x="330790" y="133716"/>
                      <a:pt x="302567" y="144218"/>
                      <a:pt x="294680" y="119746"/>
                    </a:cubicBezTo>
                    <a:cubicBezTo>
                      <a:pt x="298576" y="116942"/>
                      <a:pt x="302567" y="114186"/>
                      <a:pt x="306511" y="111383"/>
                    </a:cubicBezTo>
                    <a:cubicBezTo>
                      <a:pt x="304895" y="108009"/>
                      <a:pt x="301569" y="101214"/>
                      <a:pt x="299906" y="97840"/>
                    </a:cubicBezTo>
                    <a:cubicBezTo>
                      <a:pt x="321430" y="99598"/>
                      <a:pt x="342383" y="114567"/>
                      <a:pt x="364002" y="105586"/>
                    </a:cubicBezTo>
                    <a:cubicBezTo>
                      <a:pt x="387664" y="101024"/>
                      <a:pt x="408380" y="88051"/>
                      <a:pt x="422871" y="68854"/>
                    </a:cubicBezTo>
                    <a:cubicBezTo>
                      <a:pt x="421921" y="80068"/>
                      <a:pt x="421541" y="93373"/>
                      <a:pt x="412133" y="101166"/>
                    </a:cubicBezTo>
                    <a:cubicBezTo>
                      <a:pt x="399922" y="108674"/>
                      <a:pt x="386238" y="113331"/>
                      <a:pt x="374075" y="120839"/>
                    </a:cubicBezTo>
                    <a:cubicBezTo>
                      <a:pt x="392605" y="123452"/>
                      <a:pt x="411231" y="125733"/>
                      <a:pt x="429761" y="128822"/>
                    </a:cubicBezTo>
                    <a:cubicBezTo>
                      <a:pt x="432327" y="137518"/>
                      <a:pt x="441259" y="146451"/>
                      <a:pt x="438123" y="155575"/>
                    </a:cubicBezTo>
                    <a:cubicBezTo>
                      <a:pt x="416125" y="183753"/>
                      <a:pt x="379539" y="192592"/>
                      <a:pt x="350128" y="210649"/>
                    </a:cubicBezTo>
                    <a:cubicBezTo>
                      <a:pt x="365950" y="219915"/>
                      <a:pt x="381772" y="229228"/>
                      <a:pt x="397689" y="238352"/>
                    </a:cubicBezTo>
                    <a:cubicBezTo>
                      <a:pt x="396786" y="243626"/>
                      <a:pt x="395836" y="248948"/>
                      <a:pt x="394838" y="254223"/>
                    </a:cubicBezTo>
                    <a:cubicBezTo>
                      <a:pt x="383198" y="258214"/>
                      <a:pt x="371557" y="265057"/>
                      <a:pt x="358871" y="262538"/>
                    </a:cubicBezTo>
                    <a:cubicBezTo>
                      <a:pt x="310597" y="257502"/>
                      <a:pt x="262133" y="244291"/>
                      <a:pt x="213431" y="253035"/>
                    </a:cubicBezTo>
                    <a:cubicBezTo>
                      <a:pt x="235905" y="258214"/>
                      <a:pt x="258664" y="262016"/>
                      <a:pt x="281186" y="267243"/>
                    </a:cubicBezTo>
                    <a:cubicBezTo>
                      <a:pt x="281281" y="274513"/>
                      <a:pt x="281423" y="281831"/>
                      <a:pt x="281613" y="289149"/>
                    </a:cubicBezTo>
                    <a:cubicBezTo>
                      <a:pt x="250207" y="300268"/>
                      <a:pt x="218135" y="309772"/>
                      <a:pt x="187679" y="323362"/>
                    </a:cubicBezTo>
                    <a:cubicBezTo>
                      <a:pt x="209773" y="346788"/>
                      <a:pt x="242985" y="352633"/>
                      <a:pt x="271445" y="364893"/>
                    </a:cubicBezTo>
                    <a:cubicBezTo>
                      <a:pt x="273489" y="373541"/>
                      <a:pt x="275342" y="382285"/>
                      <a:pt x="276767" y="391123"/>
                    </a:cubicBezTo>
                    <a:cubicBezTo>
                      <a:pt x="270970" y="394022"/>
                      <a:pt x="265221" y="397015"/>
                      <a:pt x="259425" y="399961"/>
                    </a:cubicBezTo>
                    <a:cubicBezTo>
                      <a:pt x="235620" y="386466"/>
                      <a:pt x="217090" y="363040"/>
                      <a:pt x="188867" y="358383"/>
                    </a:cubicBezTo>
                    <a:cubicBezTo>
                      <a:pt x="183830" y="388129"/>
                      <a:pt x="167106" y="413884"/>
                      <a:pt x="148718" y="437121"/>
                    </a:cubicBezTo>
                    <a:cubicBezTo>
                      <a:pt x="140736" y="446434"/>
                      <a:pt x="131898" y="455748"/>
                      <a:pt x="120495" y="460785"/>
                    </a:cubicBezTo>
                    <a:cubicBezTo>
                      <a:pt x="113225" y="460357"/>
                      <a:pt x="106336" y="457934"/>
                      <a:pt x="99399" y="456128"/>
                    </a:cubicBezTo>
                    <a:cubicBezTo>
                      <a:pt x="81058" y="413837"/>
                      <a:pt x="48797" y="378388"/>
                      <a:pt x="36395" y="333436"/>
                    </a:cubicBezTo>
                    <a:cubicBezTo>
                      <a:pt x="49747" y="343747"/>
                      <a:pt x="60675" y="356815"/>
                      <a:pt x="69037" y="371450"/>
                    </a:cubicBezTo>
                    <a:cubicBezTo>
                      <a:pt x="82911" y="395780"/>
                      <a:pt x="103865" y="415072"/>
                      <a:pt x="125198" y="432796"/>
                    </a:cubicBezTo>
                    <a:cubicBezTo>
                      <a:pt x="148955" y="414122"/>
                      <a:pt x="158553" y="384090"/>
                      <a:pt x="166678" y="356197"/>
                    </a:cubicBezTo>
                    <a:cubicBezTo>
                      <a:pt x="169576" y="348404"/>
                      <a:pt x="159171" y="346123"/>
                      <a:pt x="154657" y="342607"/>
                    </a:cubicBezTo>
                    <a:cubicBezTo>
                      <a:pt x="110564" y="321509"/>
                      <a:pt x="60437" y="320701"/>
                      <a:pt x="12639" y="316662"/>
                    </a:cubicBezTo>
                    <a:cubicBezTo>
                      <a:pt x="8362" y="310199"/>
                      <a:pt x="4086" y="303642"/>
                      <a:pt x="0" y="297132"/>
                    </a:cubicBezTo>
                    <a:cubicBezTo>
                      <a:pt x="57587" y="298367"/>
                      <a:pt x="114460" y="308774"/>
                      <a:pt x="170527" y="321176"/>
                    </a:cubicBezTo>
                    <a:cubicBezTo>
                      <a:pt x="183118" y="292950"/>
                      <a:pt x="215142" y="289101"/>
                      <a:pt x="241084" y="280595"/>
                    </a:cubicBezTo>
                    <a:cubicBezTo>
                      <a:pt x="211388" y="274893"/>
                      <a:pt x="178556" y="275844"/>
                      <a:pt x="153564" y="256171"/>
                    </a:cubicBezTo>
                    <a:cubicBezTo>
                      <a:pt x="168293" y="243579"/>
                      <a:pt x="188012" y="241108"/>
                      <a:pt x="206542" y="238589"/>
                    </a:cubicBezTo>
                    <a:cubicBezTo>
                      <a:pt x="235193" y="235548"/>
                      <a:pt x="264509" y="233077"/>
                      <a:pt x="292827" y="240110"/>
                    </a:cubicBezTo>
                    <a:cubicBezTo>
                      <a:pt x="319767" y="243864"/>
                      <a:pt x="349178" y="253367"/>
                      <a:pt x="375358" y="241630"/>
                    </a:cubicBezTo>
                    <a:cubicBezTo>
                      <a:pt x="366045" y="236308"/>
                      <a:pt x="356827" y="230701"/>
                      <a:pt x="346755" y="227042"/>
                    </a:cubicBezTo>
                    <a:cubicBezTo>
                      <a:pt x="325944" y="219677"/>
                      <a:pt x="302899" y="227660"/>
                      <a:pt x="282374" y="219202"/>
                    </a:cubicBezTo>
                    <a:cubicBezTo>
                      <a:pt x="251157" y="207085"/>
                      <a:pt x="217042" y="212787"/>
                      <a:pt x="185636" y="220865"/>
                    </a:cubicBezTo>
                    <a:cubicBezTo>
                      <a:pt x="152946" y="229276"/>
                      <a:pt x="121920" y="242866"/>
                      <a:pt x="91369" y="257026"/>
                    </a:cubicBezTo>
                    <a:cubicBezTo>
                      <a:pt x="85145" y="250469"/>
                      <a:pt x="74882" y="244149"/>
                      <a:pt x="78635" y="233600"/>
                    </a:cubicBezTo>
                    <a:cubicBezTo>
                      <a:pt x="83101" y="212787"/>
                      <a:pt x="98068" y="196298"/>
                      <a:pt x="109566" y="179001"/>
                    </a:cubicBezTo>
                    <a:cubicBezTo>
                      <a:pt x="121920" y="159709"/>
                      <a:pt x="147245" y="159471"/>
                      <a:pt x="167676" y="159709"/>
                    </a:cubicBezTo>
                    <a:cubicBezTo>
                      <a:pt x="148575" y="175342"/>
                      <a:pt x="126149" y="188648"/>
                      <a:pt x="115458" y="212122"/>
                    </a:cubicBezTo>
                    <a:cubicBezTo>
                      <a:pt x="138835" y="203758"/>
                      <a:pt x="162307" y="195728"/>
                      <a:pt x="186159" y="188743"/>
                    </a:cubicBezTo>
                    <a:cubicBezTo>
                      <a:pt x="197609" y="152249"/>
                      <a:pt x="221034" y="119176"/>
                      <a:pt x="221461" y="79641"/>
                    </a:cubicBezTo>
                    <a:cubicBezTo>
                      <a:pt x="227971" y="85390"/>
                      <a:pt x="238328" y="89857"/>
                      <a:pt x="237426" y="100216"/>
                    </a:cubicBezTo>
                    <a:cubicBezTo>
                      <a:pt x="235003" y="119271"/>
                      <a:pt x="220226" y="135237"/>
                      <a:pt x="222554" y="155195"/>
                    </a:cubicBezTo>
                    <a:cubicBezTo>
                      <a:pt x="232627" y="151298"/>
                      <a:pt x="242652" y="147164"/>
                      <a:pt x="252583" y="142792"/>
                    </a:cubicBezTo>
                    <a:cubicBezTo>
                      <a:pt x="273203" y="97032"/>
                      <a:pt x="296485" y="50987"/>
                      <a:pt x="299906" y="0"/>
                    </a:cubicBezTo>
                    <a:moveTo>
                      <a:pt x="374408" y="136995"/>
                    </a:moveTo>
                    <a:cubicBezTo>
                      <a:pt x="361294" y="154957"/>
                      <a:pt x="355069" y="176673"/>
                      <a:pt x="344664" y="196108"/>
                    </a:cubicBezTo>
                    <a:cubicBezTo>
                      <a:pt x="370654" y="182042"/>
                      <a:pt x="397832" y="170163"/>
                      <a:pt x="422871" y="154387"/>
                    </a:cubicBezTo>
                    <a:cubicBezTo>
                      <a:pt x="421921" y="150585"/>
                      <a:pt x="420068" y="142935"/>
                      <a:pt x="419118" y="139134"/>
                    </a:cubicBezTo>
                    <a:cubicBezTo>
                      <a:pt x="404389" y="137470"/>
                      <a:pt x="388994" y="133479"/>
                      <a:pt x="374408" y="136995"/>
                    </a:cubicBezTo>
                    <a:moveTo>
                      <a:pt x="328129" y="184418"/>
                    </a:moveTo>
                    <a:cubicBezTo>
                      <a:pt x="336064" y="186842"/>
                      <a:pt x="342383" y="173157"/>
                      <a:pt x="339818" y="166694"/>
                    </a:cubicBezTo>
                    <a:cubicBezTo>
                      <a:pt x="332168" y="165839"/>
                      <a:pt x="324423" y="177528"/>
                      <a:pt x="328129" y="184418"/>
                    </a:cubicBezTo>
                    <a:moveTo>
                      <a:pt x="273061" y="201620"/>
                    </a:moveTo>
                    <a:cubicBezTo>
                      <a:pt x="286507" y="201240"/>
                      <a:pt x="299764" y="197391"/>
                      <a:pt x="308126" y="186129"/>
                    </a:cubicBezTo>
                    <a:cubicBezTo>
                      <a:pt x="295725" y="189408"/>
                      <a:pt x="282991" y="193162"/>
                      <a:pt x="273061" y="20162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8D5FE9FC-9009-0000-BDE8-C9636D601716}"/>
                  </a:ext>
                </a:extLst>
              </p:cNvPr>
              <p:cNvSpPr/>
              <p:nvPr/>
            </p:nvSpPr>
            <p:spPr>
              <a:xfrm>
                <a:off x="680560" y="2747943"/>
                <a:ext cx="1360626" cy="1360745"/>
              </a:xfrm>
              <a:custGeom>
                <a:avLst/>
                <a:gdLst>
                  <a:gd name="connsiteX0" fmla="*/ 614661 w 1360626"/>
                  <a:gd name="connsiteY0" fmla="*/ 3065 h 1360745"/>
                  <a:gd name="connsiteX1" fmla="*/ 1039576 w 1360626"/>
                  <a:gd name="connsiteY1" fmla="*/ 103234 h 1360745"/>
                  <a:gd name="connsiteX2" fmla="*/ 1296815 w 1360626"/>
                  <a:gd name="connsiteY2" fmla="*/ 392858 h 1360745"/>
                  <a:gd name="connsiteX3" fmla="*/ 1343758 w 1360626"/>
                  <a:gd name="connsiteY3" fmla="*/ 830691 h 1360745"/>
                  <a:gd name="connsiteX4" fmla="*/ 1050599 w 1360626"/>
                  <a:gd name="connsiteY4" fmla="*/ 1250753 h 1360745"/>
                  <a:gd name="connsiteX5" fmla="*/ 479057 w 1360626"/>
                  <a:gd name="connsiteY5" fmla="*/ 1330298 h 1360745"/>
                  <a:gd name="connsiteX6" fmla="*/ 108879 w 1360626"/>
                  <a:gd name="connsiteY6" fmla="*/ 1048990 h 1360745"/>
                  <a:gd name="connsiteX7" fmla="*/ 25 w 1360626"/>
                  <a:gd name="connsiteY7" fmla="*/ 683195 h 1360745"/>
                  <a:gd name="connsiteX8" fmla="*/ 125651 w 1360626"/>
                  <a:gd name="connsiteY8" fmla="*/ 287177 h 1360745"/>
                  <a:gd name="connsiteX9" fmla="*/ 614661 w 1360626"/>
                  <a:gd name="connsiteY9" fmla="*/ 3065 h 1360745"/>
                  <a:gd name="connsiteX10" fmla="*/ 347065 w 1360626"/>
                  <a:gd name="connsiteY10" fmla="*/ 133646 h 1360745"/>
                  <a:gd name="connsiteX11" fmla="*/ 63788 w 1360626"/>
                  <a:gd name="connsiteY11" fmla="*/ 505191 h 1360745"/>
                  <a:gd name="connsiteX12" fmla="*/ 41362 w 1360626"/>
                  <a:gd name="connsiteY12" fmla="*/ 505096 h 1360745"/>
                  <a:gd name="connsiteX13" fmla="*/ 41077 w 1360626"/>
                  <a:gd name="connsiteY13" fmla="*/ 855638 h 1360745"/>
                  <a:gd name="connsiteX14" fmla="*/ 63788 w 1360626"/>
                  <a:gd name="connsiteY14" fmla="*/ 855733 h 1360745"/>
                  <a:gd name="connsiteX15" fmla="*/ 270187 w 1360626"/>
                  <a:gd name="connsiteY15" fmla="*/ 1172158 h 1360745"/>
                  <a:gd name="connsiteX16" fmla="*/ 616087 w 1360626"/>
                  <a:gd name="connsiteY16" fmla="*/ 1318086 h 1360745"/>
                  <a:gd name="connsiteX17" fmla="*/ 992300 w 1360626"/>
                  <a:gd name="connsiteY17" fmla="*/ 1239681 h 1360745"/>
                  <a:gd name="connsiteX18" fmla="*/ 1296720 w 1360626"/>
                  <a:gd name="connsiteY18" fmla="*/ 855686 h 1360745"/>
                  <a:gd name="connsiteX19" fmla="*/ 1313112 w 1360626"/>
                  <a:gd name="connsiteY19" fmla="*/ 855733 h 1360745"/>
                  <a:gd name="connsiteX20" fmla="*/ 1313159 w 1360626"/>
                  <a:gd name="connsiteY20" fmla="*/ 505144 h 1360745"/>
                  <a:gd name="connsiteX21" fmla="*/ 1296862 w 1360626"/>
                  <a:gd name="connsiteY21" fmla="*/ 505381 h 1360745"/>
                  <a:gd name="connsiteX22" fmla="*/ 1086282 w 1360626"/>
                  <a:gd name="connsiteY22" fmla="*/ 185441 h 1360745"/>
                  <a:gd name="connsiteX23" fmla="*/ 759578 w 1360626"/>
                  <a:gd name="connsiteY23" fmla="*/ 44549 h 1360745"/>
                  <a:gd name="connsiteX24" fmla="*/ 347065 w 1360626"/>
                  <a:gd name="connsiteY24" fmla="*/ 133646 h 1360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60626" h="1360745">
                    <a:moveTo>
                      <a:pt x="614661" y="3065"/>
                    </a:moveTo>
                    <a:cubicBezTo>
                      <a:pt x="762191" y="-11000"/>
                      <a:pt x="914377" y="23498"/>
                      <a:pt x="1039576" y="103234"/>
                    </a:cubicBezTo>
                    <a:cubicBezTo>
                      <a:pt x="1151043" y="172135"/>
                      <a:pt x="1241176" y="274347"/>
                      <a:pt x="1296815" y="392858"/>
                    </a:cubicBezTo>
                    <a:cubicBezTo>
                      <a:pt x="1360578" y="528142"/>
                      <a:pt x="1377208" y="684953"/>
                      <a:pt x="1343758" y="830691"/>
                    </a:cubicBezTo>
                    <a:cubicBezTo>
                      <a:pt x="1305795" y="1001757"/>
                      <a:pt x="1197701" y="1155716"/>
                      <a:pt x="1050599" y="1250753"/>
                    </a:cubicBezTo>
                    <a:cubicBezTo>
                      <a:pt x="884539" y="1360663"/>
                      <a:pt x="668827" y="1390219"/>
                      <a:pt x="479057" y="1330298"/>
                    </a:cubicBezTo>
                    <a:cubicBezTo>
                      <a:pt x="327727" y="1283873"/>
                      <a:pt x="194546" y="1181994"/>
                      <a:pt x="108879" y="1048990"/>
                    </a:cubicBezTo>
                    <a:cubicBezTo>
                      <a:pt x="38511" y="940886"/>
                      <a:pt x="-70" y="812254"/>
                      <a:pt x="25" y="683195"/>
                    </a:cubicBezTo>
                    <a:cubicBezTo>
                      <a:pt x="-1210" y="542350"/>
                      <a:pt x="43547" y="401601"/>
                      <a:pt x="125651" y="287177"/>
                    </a:cubicBezTo>
                    <a:cubicBezTo>
                      <a:pt x="237641" y="128038"/>
                      <a:pt x="420568" y="20647"/>
                      <a:pt x="614661" y="3065"/>
                    </a:cubicBezTo>
                    <a:moveTo>
                      <a:pt x="347065" y="133646"/>
                    </a:moveTo>
                    <a:cubicBezTo>
                      <a:pt x="210605" y="216280"/>
                      <a:pt x="107453" y="351755"/>
                      <a:pt x="63788" y="505191"/>
                    </a:cubicBezTo>
                    <a:cubicBezTo>
                      <a:pt x="56329" y="505144"/>
                      <a:pt x="48821" y="505144"/>
                      <a:pt x="41362" y="505096"/>
                    </a:cubicBezTo>
                    <a:cubicBezTo>
                      <a:pt x="40649" y="621943"/>
                      <a:pt x="41267" y="738791"/>
                      <a:pt x="41077" y="855638"/>
                    </a:cubicBezTo>
                    <a:cubicBezTo>
                      <a:pt x="48631" y="855638"/>
                      <a:pt x="56234" y="855686"/>
                      <a:pt x="63788" y="855733"/>
                    </a:cubicBezTo>
                    <a:cubicBezTo>
                      <a:pt x="99043" y="978663"/>
                      <a:pt x="171977" y="1090331"/>
                      <a:pt x="270187" y="1172158"/>
                    </a:cubicBezTo>
                    <a:cubicBezTo>
                      <a:pt x="367638" y="1253604"/>
                      <a:pt x="489510" y="1306016"/>
                      <a:pt x="616087" y="1318086"/>
                    </a:cubicBezTo>
                    <a:cubicBezTo>
                      <a:pt x="745609" y="1331249"/>
                      <a:pt x="879075" y="1304116"/>
                      <a:pt x="992300" y="1239681"/>
                    </a:cubicBezTo>
                    <a:cubicBezTo>
                      <a:pt x="1138974" y="1158282"/>
                      <a:pt x="1251154" y="1017200"/>
                      <a:pt x="1296720" y="855686"/>
                    </a:cubicBezTo>
                    <a:cubicBezTo>
                      <a:pt x="1300806" y="855686"/>
                      <a:pt x="1309026" y="855733"/>
                      <a:pt x="1313112" y="855733"/>
                    </a:cubicBezTo>
                    <a:cubicBezTo>
                      <a:pt x="1313302" y="738886"/>
                      <a:pt x="1313254" y="621991"/>
                      <a:pt x="1313159" y="505144"/>
                    </a:cubicBezTo>
                    <a:cubicBezTo>
                      <a:pt x="1309073" y="505191"/>
                      <a:pt x="1300948" y="505334"/>
                      <a:pt x="1296862" y="505381"/>
                    </a:cubicBezTo>
                    <a:cubicBezTo>
                      <a:pt x="1261370" y="380693"/>
                      <a:pt x="1186916" y="267220"/>
                      <a:pt x="1086282" y="185441"/>
                    </a:cubicBezTo>
                    <a:cubicBezTo>
                      <a:pt x="993583" y="108889"/>
                      <a:pt x="879027" y="58757"/>
                      <a:pt x="759578" y="44549"/>
                    </a:cubicBezTo>
                    <a:cubicBezTo>
                      <a:pt x="617322" y="26254"/>
                      <a:pt x="468937" y="57902"/>
                      <a:pt x="347065" y="133646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E11F4463-981B-4EA2-5ECA-B1A15E8977F9}"/>
                  </a:ext>
                </a:extLst>
              </p:cNvPr>
              <p:cNvSpPr/>
              <p:nvPr/>
            </p:nvSpPr>
            <p:spPr>
              <a:xfrm>
                <a:off x="340055" y="2820528"/>
                <a:ext cx="356827" cy="425003"/>
              </a:xfrm>
              <a:custGeom>
                <a:avLst/>
                <a:gdLst>
                  <a:gd name="connsiteX0" fmla="*/ 97260 w 356827"/>
                  <a:gd name="connsiteY0" fmla="*/ 87624 h 425003"/>
                  <a:gd name="connsiteX1" fmla="*/ 167391 w 356827"/>
                  <a:gd name="connsiteY1" fmla="*/ 0 h 425003"/>
                  <a:gd name="connsiteX2" fmla="*/ 180267 w 356827"/>
                  <a:gd name="connsiteY2" fmla="*/ 119081 h 425003"/>
                  <a:gd name="connsiteX3" fmla="*/ 148195 w 356827"/>
                  <a:gd name="connsiteY3" fmla="*/ 150443 h 425003"/>
                  <a:gd name="connsiteX4" fmla="*/ 182595 w 356827"/>
                  <a:gd name="connsiteY4" fmla="*/ 202998 h 425003"/>
                  <a:gd name="connsiteX5" fmla="*/ 183593 w 356827"/>
                  <a:gd name="connsiteY5" fmla="*/ 182613 h 425003"/>
                  <a:gd name="connsiteX6" fmla="*/ 229966 w 356827"/>
                  <a:gd name="connsiteY6" fmla="*/ 98220 h 425003"/>
                  <a:gd name="connsiteX7" fmla="*/ 273108 w 356827"/>
                  <a:gd name="connsiteY7" fmla="*/ 83347 h 425003"/>
                  <a:gd name="connsiteX8" fmla="*/ 303232 w 356827"/>
                  <a:gd name="connsiteY8" fmla="*/ 106821 h 425003"/>
                  <a:gd name="connsiteX9" fmla="*/ 295772 w 356827"/>
                  <a:gd name="connsiteY9" fmla="*/ 124735 h 425003"/>
                  <a:gd name="connsiteX10" fmla="*/ 251300 w 356827"/>
                  <a:gd name="connsiteY10" fmla="*/ 146926 h 425003"/>
                  <a:gd name="connsiteX11" fmla="*/ 229538 w 356827"/>
                  <a:gd name="connsiteY11" fmla="*/ 179049 h 425003"/>
                  <a:gd name="connsiteX12" fmla="*/ 279855 w 356827"/>
                  <a:gd name="connsiteY12" fmla="*/ 218822 h 425003"/>
                  <a:gd name="connsiteX13" fmla="*/ 337394 w 356827"/>
                  <a:gd name="connsiteY13" fmla="*/ 165411 h 425003"/>
                  <a:gd name="connsiteX14" fmla="*/ 356827 w 356827"/>
                  <a:gd name="connsiteY14" fmla="*/ 170258 h 425003"/>
                  <a:gd name="connsiteX15" fmla="*/ 304848 w 356827"/>
                  <a:gd name="connsiteY15" fmla="*/ 245432 h 425003"/>
                  <a:gd name="connsiteX16" fmla="*/ 327844 w 356827"/>
                  <a:gd name="connsiteY16" fmla="*/ 352538 h 425003"/>
                  <a:gd name="connsiteX17" fmla="*/ 268262 w 356827"/>
                  <a:gd name="connsiteY17" fmla="*/ 389175 h 425003"/>
                  <a:gd name="connsiteX18" fmla="*/ 303850 w 356827"/>
                  <a:gd name="connsiteY18" fmla="*/ 339423 h 425003"/>
                  <a:gd name="connsiteX19" fmla="*/ 278145 w 356827"/>
                  <a:gd name="connsiteY19" fmla="*/ 269666 h 425003"/>
                  <a:gd name="connsiteX20" fmla="*/ 252440 w 356827"/>
                  <a:gd name="connsiteY20" fmla="*/ 289624 h 425003"/>
                  <a:gd name="connsiteX21" fmla="*/ 200650 w 356827"/>
                  <a:gd name="connsiteY21" fmla="*/ 271900 h 425003"/>
                  <a:gd name="connsiteX22" fmla="*/ 165823 w 356827"/>
                  <a:gd name="connsiteY22" fmla="*/ 395542 h 425003"/>
                  <a:gd name="connsiteX23" fmla="*/ 129427 w 356827"/>
                  <a:gd name="connsiteY23" fmla="*/ 425003 h 425003"/>
                  <a:gd name="connsiteX24" fmla="*/ 146675 w 356827"/>
                  <a:gd name="connsiteY24" fmla="*/ 327734 h 425003"/>
                  <a:gd name="connsiteX25" fmla="*/ 166108 w 356827"/>
                  <a:gd name="connsiteY25" fmla="*/ 232507 h 425003"/>
                  <a:gd name="connsiteX26" fmla="*/ 126101 w 356827"/>
                  <a:gd name="connsiteY26" fmla="*/ 172159 h 425003"/>
                  <a:gd name="connsiteX27" fmla="*/ 125484 w 356827"/>
                  <a:gd name="connsiteY27" fmla="*/ 205136 h 425003"/>
                  <a:gd name="connsiteX28" fmla="*/ 97023 w 356827"/>
                  <a:gd name="connsiteY28" fmla="*/ 145026 h 425003"/>
                  <a:gd name="connsiteX29" fmla="*/ 65759 w 356827"/>
                  <a:gd name="connsiteY29" fmla="*/ 114662 h 425003"/>
                  <a:gd name="connsiteX30" fmla="*/ 81058 w 356827"/>
                  <a:gd name="connsiteY30" fmla="*/ 113094 h 425003"/>
                  <a:gd name="connsiteX31" fmla="*/ 0 w 356827"/>
                  <a:gd name="connsiteY31" fmla="*/ 45523 h 425003"/>
                  <a:gd name="connsiteX32" fmla="*/ 16440 w 356827"/>
                  <a:gd name="connsiteY32" fmla="*/ 26848 h 425003"/>
                  <a:gd name="connsiteX33" fmla="*/ 45471 w 356827"/>
                  <a:gd name="connsiteY33" fmla="*/ 39583 h 425003"/>
                  <a:gd name="connsiteX34" fmla="*/ 97260 w 356827"/>
                  <a:gd name="connsiteY34" fmla="*/ 87624 h 425003"/>
                  <a:gd name="connsiteX35" fmla="*/ 124391 w 356827"/>
                  <a:gd name="connsiteY35" fmla="*/ 122170 h 425003"/>
                  <a:gd name="connsiteX36" fmla="*/ 150096 w 356827"/>
                  <a:gd name="connsiteY36" fmla="*/ 117750 h 425003"/>
                  <a:gd name="connsiteX37" fmla="*/ 149953 w 356827"/>
                  <a:gd name="connsiteY37" fmla="*/ 29509 h 425003"/>
                  <a:gd name="connsiteX38" fmla="*/ 124391 w 356827"/>
                  <a:gd name="connsiteY38" fmla="*/ 122170 h 425003"/>
                  <a:gd name="connsiteX39" fmla="*/ 213906 w 356827"/>
                  <a:gd name="connsiteY39" fmla="*/ 240347 h 425003"/>
                  <a:gd name="connsiteX40" fmla="*/ 235715 w 356827"/>
                  <a:gd name="connsiteY40" fmla="*/ 261873 h 425003"/>
                  <a:gd name="connsiteX41" fmla="*/ 254958 w 356827"/>
                  <a:gd name="connsiteY41" fmla="*/ 249851 h 425003"/>
                  <a:gd name="connsiteX42" fmla="*/ 223314 w 356827"/>
                  <a:gd name="connsiteY42" fmla="*/ 207560 h 425003"/>
                  <a:gd name="connsiteX43" fmla="*/ 213906 w 356827"/>
                  <a:gd name="connsiteY43" fmla="*/ 240347 h 425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356827" h="425003">
                    <a:moveTo>
                      <a:pt x="97260" y="87624"/>
                    </a:moveTo>
                    <a:cubicBezTo>
                      <a:pt x="109519" y="52223"/>
                      <a:pt x="126291" y="8981"/>
                      <a:pt x="167391" y="0"/>
                    </a:cubicBezTo>
                    <a:cubicBezTo>
                      <a:pt x="182595" y="36969"/>
                      <a:pt x="199320" y="80353"/>
                      <a:pt x="180267" y="119081"/>
                    </a:cubicBezTo>
                    <a:cubicBezTo>
                      <a:pt x="174613" y="133859"/>
                      <a:pt x="161499" y="143078"/>
                      <a:pt x="148195" y="150443"/>
                    </a:cubicBezTo>
                    <a:cubicBezTo>
                      <a:pt x="159503" y="168072"/>
                      <a:pt x="170146" y="186129"/>
                      <a:pt x="182595" y="202998"/>
                    </a:cubicBezTo>
                    <a:cubicBezTo>
                      <a:pt x="183403" y="196203"/>
                      <a:pt x="183545" y="189360"/>
                      <a:pt x="183593" y="182613"/>
                    </a:cubicBezTo>
                    <a:cubicBezTo>
                      <a:pt x="213526" y="164746"/>
                      <a:pt x="218990" y="128204"/>
                      <a:pt x="229966" y="98220"/>
                    </a:cubicBezTo>
                    <a:cubicBezTo>
                      <a:pt x="242035" y="88954"/>
                      <a:pt x="258142" y="85153"/>
                      <a:pt x="273108" y="83347"/>
                    </a:cubicBezTo>
                    <a:cubicBezTo>
                      <a:pt x="288123" y="82064"/>
                      <a:pt x="296295" y="95939"/>
                      <a:pt x="303232" y="106821"/>
                    </a:cubicBezTo>
                    <a:cubicBezTo>
                      <a:pt x="300904" y="112856"/>
                      <a:pt x="299146" y="119176"/>
                      <a:pt x="295772" y="124735"/>
                    </a:cubicBezTo>
                    <a:cubicBezTo>
                      <a:pt x="281186" y="132624"/>
                      <a:pt x="264413" y="136377"/>
                      <a:pt x="251300" y="146926"/>
                    </a:cubicBezTo>
                    <a:cubicBezTo>
                      <a:pt x="240989" y="155242"/>
                      <a:pt x="235715" y="167740"/>
                      <a:pt x="229538" y="179049"/>
                    </a:cubicBezTo>
                    <a:cubicBezTo>
                      <a:pt x="247641" y="190548"/>
                      <a:pt x="263558" y="204994"/>
                      <a:pt x="279855" y="218822"/>
                    </a:cubicBezTo>
                    <a:cubicBezTo>
                      <a:pt x="297198" y="199054"/>
                      <a:pt x="317344" y="182233"/>
                      <a:pt x="337394" y="165411"/>
                    </a:cubicBezTo>
                    <a:cubicBezTo>
                      <a:pt x="343619" y="167122"/>
                      <a:pt x="352314" y="164936"/>
                      <a:pt x="356827" y="170258"/>
                    </a:cubicBezTo>
                    <a:cubicBezTo>
                      <a:pt x="355592" y="203616"/>
                      <a:pt x="318389" y="218109"/>
                      <a:pt x="304848" y="245432"/>
                    </a:cubicBezTo>
                    <a:cubicBezTo>
                      <a:pt x="314588" y="280215"/>
                      <a:pt x="339200" y="314761"/>
                      <a:pt x="327844" y="352538"/>
                    </a:cubicBezTo>
                    <a:cubicBezTo>
                      <a:pt x="319672" y="377533"/>
                      <a:pt x="291496" y="385563"/>
                      <a:pt x="268262" y="389175"/>
                    </a:cubicBezTo>
                    <a:cubicBezTo>
                      <a:pt x="276910" y="370025"/>
                      <a:pt x="300381" y="361186"/>
                      <a:pt x="303850" y="339423"/>
                    </a:cubicBezTo>
                    <a:cubicBezTo>
                      <a:pt x="309266" y="313098"/>
                      <a:pt x="291259" y="290527"/>
                      <a:pt x="278145" y="269666"/>
                    </a:cubicBezTo>
                    <a:cubicBezTo>
                      <a:pt x="268927" y="275416"/>
                      <a:pt x="260280" y="282068"/>
                      <a:pt x="252440" y="289624"/>
                    </a:cubicBezTo>
                    <a:cubicBezTo>
                      <a:pt x="233815" y="288388"/>
                      <a:pt x="216615" y="281118"/>
                      <a:pt x="200650" y="271900"/>
                    </a:cubicBezTo>
                    <a:cubicBezTo>
                      <a:pt x="187584" y="312718"/>
                      <a:pt x="176323" y="354059"/>
                      <a:pt x="165823" y="395542"/>
                    </a:cubicBezTo>
                    <a:cubicBezTo>
                      <a:pt x="155987" y="407802"/>
                      <a:pt x="141923" y="415785"/>
                      <a:pt x="129427" y="425003"/>
                    </a:cubicBezTo>
                    <a:cubicBezTo>
                      <a:pt x="132421" y="392216"/>
                      <a:pt x="132373" y="358098"/>
                      <a:pt x="146675" y="327734"/>
                    </a:cubicBezTo>
                    <a:cubicBezTo>
                      <a:pt x="157223" y="297369"/>
                      <a:pt x="176941" y="265580"/>
                      <a:pt x="166108" y="232507"/>
                    </a:cubicBezTo>
                    <a:cubicBezTo>
                      <a:pt x="157460" y="209841"/>
                      <a:pt x="144822" y="188030"/>
                      <a:pt x="126101" y="172159"/>
                    </a:cubicBezTo>
                    <a:cubicBezTo>
                      <a:pt x="126101" y="183135"/>
                      <a:pt x="125959" y="194160"/>
                      <a:pt x="125484" y="205136"/>
                    </a:cubicBezTo>
                    <a:cubicBezTo>
                      <a:pt x="111752" y="187270"/>
                      <a:pt x="106716" y="164936"/>
                      <a:pt x="97023" y="145026"/>
                    </a:cubicBezTo>
                    <a:cubicBezTo>
                      <a:pt x="87188" y="134382"/>
                      <a:pt x="74882" y="126114"/>
                      <a:pt x="65759" y="114662"/>
                    </a:cubicBezTo>
                    <a:cubicBezTo>
                      <a:pt x="69560" y="114281"/>
                      <a:pt x="77257" y="113521"/>
                      <a:pt x="81058" y="113094"/>
                    </a:cubicBezTo>
                    <a:cubicBezTo>
                      <a:pt x="59392" y="85248"/>
                      <a:pt x="38011" y="51415"/>
                      <a:pt x="0" y="45523"/>
                    </a:cubicBezTo>
                    <a:cubicBezTo>
                      <a:pt x="3421" y="37682"/>
                      <a:pt x="5607" y="26610"/>
                      <a:pt x="16440" y="26848"/>
                    </a:cubicBezTo>
                    <a:cubicBezTo>
                      <a:pt x="27083" y="27893"/>
                      <a:pt x="37868" y="31837"/>
                      <a:pt x="45471" y="39583"/>
                    </a:cubicBezTo>
                    <a:cubicBezTo>
                      <a:pt x="62148" y="56262"/>
                      <a:pt x="81818" y="69709"/>
                      <a:pt x="97260" y="87624"/>
                    </a:cubicBezTo>
                    <a:moveTo>
                      <a:pt x="124391" y="122170"/>
                    </a:moveTo>
                    <a:cubicBezTo>
                      <a:pt x="132943" y="120839"/>
                      <a:pt x="141733" y="120316"/>
                      <a:pt x="150096" y="117750"/>
                    </a:cubicBezTo>
                    <a:cubicBezTo>
                      <a:pt x="163827" y="90237"/>
                      <a:pt x="160644" y="57592"/>
                      <a:pt x="149953" y="29509"/>
                    </a:cubicBezTo>
                    <a:cubicBezTo>
                      <a:pt x="125151" y="53125"/>
                      <a:pt x="111372" y="88812"/>
                      <a:pt x="124391" y="122170"/>
                    </a:cubicBezTo>
                    <a:moveTo>
                      <a:pt x="213906" y="240347"/>
                    </a:moveTo>
                    <a:cubicBezTo>
                      <a:pt x="214429" y="252084"/>
                      <a:pt x="226498" y="257692"/>
                      <a:pt x="235715" y="261873"/>
                    </a:cubicBezTo>
                    <a:cubicBezTo>
                      <a:pt x="242700" y="258880"/>
                      <a:pt x="248639" y="254033"/>
                      <a:pt x="254958" y="249851"/>
                    </a:cubicBezTo>
                    <a:cubicBezTo>
                      <a:pt x="252202" y="230986"/>
                      <a:pt x="238138" y="217966"/>
                      <a:pt x="223314" y="207560"/>
                    </a:cubicBezTo>
                    <a:cubicBezTo>
                      <a:pt x="219513" y="218251"/>
                      <a:pt x="214762" y="228896"/>
                      <a:pt x="213906" y="240347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9C65F55A-38D8-2A02-2132-20D191AEEB82}"/>
                  </a:ext>
                </a:extLst>
              </p:cNvPr>
              <p:cNvSpPr/>
              <p:nvPr/>
            </p:nvSpPr>
            <p:spPr>
              <a:xfrm>
                <a:off x="360248" y="3005231"/>
                <a:ext cx="87100" cy="83822"/>
              </a:xfrm>
              <a:custGeom>
                <a:avLst/>
                <a:gdLst>
                  <a:gd name="connsiteX0" fmla="*/ 0 w 87100"/>
                  <a:gd name="connsiteY0" fmla="*/ 0 h 83822"/>
                  <a:gd name="connsiteX1" fmla="*/ 72696 w 87100"/>
                  <a:gd name="connsiteY1" fmla="*/ 31315 h 83822"/>
                  <a:gd name="connsiteX2" fmla="*/ 86712 w 87100"/>
                  <a:gd name="connsiteY2" fmla="*/ 73891 h 83822"/>
                  <a:gd name="connsiteX3" fmla="*/ 66614 w 87100"/>
                  <a:gd name="connsiteY3" fmla="*/ 83822 h 83822"/>
                  <a:gd name="connsiteX4" fmla="*/ 34780 w 87100"/>
                  <a:gd name="connsiteY4" fmla="*/ 54931 h 83822"/>
                  <a:gd name="connsiteX5" fmla="*/ 0 w 87100"/>
                  <a:gd name="connsiteY5" fmla="*/ 0 h 83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100" h="83822">
                    <a:moveTo>
                      <a:pt x="0" y="0"/>
                    </a:moveTo>
                    <a:cubicBezTo>
                      <a:pt x="24565" y="9266"/>
                      <a:pt x="51172" y="15538"/>
                      <a:pt x="72696" y="31315"/>
                    </a:cubicBezTo>
                    <a:cubicBezTo>
                      <a:pt x="86332" y="41008"/>
                      <a:pt x="88090" y="58447"/>
                      <a:pt x="86712" y="73891"/>
                    </a:cubicBezTo>
                    <a:cubicBezTo>
                      <a:pt x="79965" y="77170"/>
                      <a:pt x="73266" y="80448"/>
                      <a:pt x="66614" y="83822"/>
                    </a:cubicBezTo>
                    <a:cubicBezTo>
                      <a:pt x="54166" y="76504"/>
                      <a:pt x="42477" y="67381"/>
                      <a:pt x="34780" y="54931"/>
                    </a:cubicBezTo>
                    <a:cubicBezTo>
                      <a:pt x="23329" y="36494"/>
                      <a:pt x="7697" y="20623"/>
                      <a:pt x="0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D26184DF-78D1-8F89-95E6-686BD1DA6553}"/>
                  </a:ext>
                </a:extLst>
              </p:cNvPr>
              <p:cNvSpPr/>
              <p:nvPr/>
            </p:nvSpPr>
            <p:spPr>
              <a:xfrm>
                <a:off x="1413720" y="3089243"/>
                <a:ext cx="25467" cy="452991"/>
              </a:xfrm>
              <a:custGeom>
                <a:avLst/>
                <a:gdLst>
                  <a:gd name="connsiteX0" fmla="*/ 0 w 25467"/>
                  <a:gd name="connsiteY0" fmla="*/ 0 h 452991"/>
                  <a:gd name="connsiteX1" fmla="*/ 24660 w 25467"/>
                  <a:gd name="connsiteY1" fmla="*/ 20195 h 452991"/>
                  <a:gd name="connsiteX2" fmla="*/ 25467 w 25467"/>
                  <a:gd name="connsiteY2" fmla="*/ 442490 h 452991"/>
                  <a:gd name="connsiteX3" fmla="*/ 2756 w 25467"/>
                  <a:gd name="connsiteY3" fmla="*/ 452992 h 452991"/>
                  <a:gd name="connsiteX4" fmla="*/ 0 w 25467"/>
                  <a:gd name="connsiteY4" fmla="*/ 0 h 452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467" h="452991">
                    <a:moveTo>
                      <a:pt x="0" y="0"/>
                    </a:moveTo>
                    <a:cubicBezTo>
                      <a:pt x="8410" y="6510"/>
                      <a:pt x="16440" y="13495"/>
                      <a:pt x="24660" y="20195"/>
                    </a:cubicBezTo>
                    <a:cubicBezTo>
                      <a:pt x="25325" y="160944"/>
                      <a:pt x="23804" y="301741"/>
                      <a:pt x="25467" y="442490"/>
                    </a:cubicBezTo>
                    <a:cubicBezTo>
                      <a:pt x="17913" y="445959"/>
                      <a:pt x="10310" y="449475"/>
                      <a:pt x="2756" y="452992"/>
                    </a:cubicBezTo>
                    <a:cubicBezTo>
                      <a:pt x="2091" y="302026"/>
                      <a:pt x="2661" y="150966"/>
                      <a:pt x="0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9A4E39D5-8FE7-F6D7-138B-4FB706B69CCE}"/>
                  </a:ext>
                </a:extLst>
              </p:cNvPr>
              <p:cNvSpPr/>
              <p:nvPr/>
            </p:nvSpPr>
            <p:spPr>
              <a:xfrm>
                <a:off x="1246441" y="3090289"/>
                <a:ext cx="30915" cy="458218"/>
              </a:xfrm>
              <a:custGeom>
                <a:avLst/>
                <a:gdLst>
                  <a:gd name="connsiteX0" fmla="*/ 174 w 30915"/>
                  <a:gd name="connsiteY0" fmla="*/ 13780 h 458218"/>
                  <a:gd name="connsiteX1" fmla="*/ 30915 w 30915"/>
                  <a:gd name="connsiteY1" fmla="*/ 0 h 458218"/>
                  <a:gd name="connsiteX2" fmla="*/ 28730 w 30915"/>
                  <a:gd name="connsiteY2" fmla="*/ 65718 h 458218"/>
                  <a:gd name="connsiteX3" fmla="*/ 26354 w 30915"/>
                  <a:gd name="connsiteY3" fmla="*/ 458219 h 458218"/>
                  <a:gd name="connsiteX4" fmla="*/ 8489 w 30915"/>
                  <a:gd name="connsiteY4" fmla="*/ 450426 h 458218"/>
                  <a:gd name="connsiteX5" fmla="*/ 6731 w 30915"/>
                  <a:gd name="connsiteY5" fmla="*/ 51225 h 458218"/>
                  <a:gd name="connsiteX6" fmla="*/ 174 w 30915"/>
                  <a:gd name="connsiteY6" fmla="*/ 13780 h 458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915" h="458218">
                    <a:moveTo>
                      <a:pt x="174" y="13780"/>
                    </a:moveTo>
                    <a:cubicBezTo>
                      <a:pt x="11815" y="12545"/>
                      <a:pt x="23693" y="10549"/>
                      <a:pt x="30915" y="0"/>
                    </a:cubicBezTo>
                    <a:cubicBezTo>
                      <a:pt x="27542" y="21763"/>
                      <a:pt x="28825" y="43812"/>
                      <a:pt x="28730" y="65718"/>
                    </a:cubicBezTo>
                    <a:cubicBezTo>
                      <a:pt x="27827" y="196583"/>
                      <a:pt x="26972" y="327401"/>
                      <a:pt x="26354" y="458219"/>
                    </a:cubicBezTo>
                    <a:cubicBezTo>
                      <a:pt x="20367" y="455605"/>
                      <a:pt x="14428" y="453039"/>
                      <a:pt x="8489" y="450426"/>
                    </a:cubicBezTo>
                    <a:cubicBezTo>
                      <a:pt x="8204" y="317375"/>
                      <a:pt x="7063" y="184276"/>
                      <a:pt x="6731" y="51225"/>
                    </a:cubicBezTo>
                    <a:cubicBezTo>
                      <a:pt x="5543" y="38537"/>
                      <a:pt x="-1156" y="26895"/>
                      <a:pt x="174" y="1378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48B317C5-9AD3-BCCC-ED71-A338D975ADF1}"/>
                  </a:ext>
                </a:extLst>
              </p:cNvPr>
              <p:cNvSpPr/>
              <p:nvPr/>
            </p:nvSpPr>
            <p:spPr>
              <a:xfrm>
                <a:off x="1288759" y="3108821"/>
                <a:ext cx="115885" cy="485494"/>
              </a:xfrm>
              <a:custGeom>
                <a:avLst/>
                <a:gdLst>
                  <a:gd name="connsiteX0" fmla="*/ 48 w 115885"/>
                  <a:gd name="connsiteY0" fmla="*/ 48 h 485494"/>
                  <a:gd name="connsiteX1" fmla="*/ 115886 w 115885"/>
                  <a:gd name="connsiteY1" fmla="*/ 0 h 485494"/>
                  <a:gd name="connsiteX2" fmla="*/ 113985 w 115885"/>
                  <a:gd name="connsiteY2" fmla="*/ 439877 h 485494"/>
                  <a:gd name="connsiteX3" fmla="*/ 58442 w 115885"/>
                  <a:gd name="connsiteY3" fmla="*/ 485494 h 485494"/>
                  <a:gd name="connsiteX4" fmla="*/ 0 w 115885"/>
                  <a:gd name="connsiteY4" fmla="*/ 444866 h 485494"/>
                  <a:gd name="connsiteX5" fmla="*/ 48 w 115885"/>
                  <a:gd name="connsiteY5" fmla="*/ 48 h 485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5885" h="485494">
                    <a:moveTo>
                      <a:pt x="48" y="48"/>
                    </a:moveTo>
                    <a:cubicBezTo>
                      <a:pt x="38676" y="0"/>
                      <a:pt x="77257" y="0"/>
                      <a:pt x="115886" y="0"/>
                    </a:cubicBezTo>
                    <a:cubicBezTo>
                      <a:pt x="114983" y="146641"/>
                      <a:pt x="114413" y="293235"/>
                      <a:pt x="113985" y="439877"/>
                    </a:cubicBezTo>
                    <a:cubicBezTo>
                      <a:pt x="93079" y="451899"/>
                      <a:pt x="74929" y="467960"/>
                      <a:pt x="58442" y="485494"/>
                    </a:cubicBezTo>
                    <a:cubicBezTo>
                      <a:pt x="43808" y="465917"/>
                      <a:pt x="21761" y="454702"/>
                      <a:pt x="0" y="444866"/>
                    </a:cubicBezTo>
                    <a:cubicBezTo>
                      <a:pt x="95" y="296562"/>
                      <a:pt x="48" y="148305"/>
                      <a:pt x="48" y="48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AB48E8C9-D145-60C1-316F-36554CE01DA2}"/>
                  </a:ext>
                </a:extLst>
              </p:cNvPr>
              <p:cNvSpPr/>
              <p:nvPr/>
            </p:nvSpPr>
            <p:spPr>
              <a:xfrm>
                <a:off x="1107637" y="3139042"/>
                <a:ext cx="132468" cy="401054"/>
              </a:xfrm>
              <a:custGeom>
                <a:avLst/>
                <a:gdLst>
                  <a:gd name="connsiteX0" fmla="*/ 0 w 132468"/>
                  <a:gd name="connsiteY0" fmla="*/ 0 h 401054"/>
                  <a:gd name="connsiteX1" fmla="*/ 129997 w 132468"/>
                  <a:gd name="connsiteY1" fmla="*/ 2043 h 401054"/>
                  <a:gd name="connsiteX2" fmla="*/ 132468 w 132468"/>
                  <a:gd name="connsiteY2" fmla="*/ 401054 h 401054"/>
                  <a:gd name="connsiteX3" fmla="*/ 65949 w 132468"/>
                  <a:gd name="connsiteY3" fmla="*/ 401054 h 401054"/>
                  <a:gd name="connsiteX4" fmla="*/ 65949 w 132468"/>
                  <a:gd name="connsiteY4" fmla="*/ 233505 h 401054"/>
                  <a:gd name="connsiteX5" fmla="*/ 48 w 132468"/>
                  <a:gd name="connsiteY5" fmla="*/ 233552 h 401054"/>
                  <a:gd name="connsiteX6" fmla="*/ 0 w 132468"/>
                  <a:gd name="connsiteY6" fmla="*/ 0 h 401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2468" h="401054">
                    <a:moveTo>
                      <a:pt x="0" y="0"/>
                    </a:moveTo>
                    <a:cubicBezTo>
                      <a:pt x="43332" y="855"/>
                      <a:pt x="86665" y="1188"/>
                      <a:pt x="129997" y="2043"/>
                    </a:cubicBezTo>
                    <a:cubicBezTo>
                      <a:pt x="131470" y="135047"/>
                      <a:pt x="131280" y="268051"/>
                      <a:pt x="132468" y="401054"/>
                    </a:cubicBezTo>
                    <a:cubicBezTo>
                      <a:pt x="110327" y="401007"/>
                      <a:pt x="88138" y="401007"/>
                      <a:pt x="65949" y="401054"/>
                    </a:cubicBezTo>
                    <a:cubicBezTo>
                      <a:pt x="65901" y="345220"/>
                      <a:pt x="65949" y="289339"/>
                      <a:pt x="65949" y="233505"/>
                    </a:cubicBezTo>
                    <a:cubicBezTo>
                      <a:pt x="43950" y="233505"/>
                      <a:pt x="21999" y="233505"/>
                      <a:pt x="48" y="233552"/>
                    </a:cubicBezTo>
                    <a:cubicBezTo>
                      <a:pt x="-47" y="155717"/>
                      <a:pt x="48" y="77835"/>
                      <a:pt x="0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2B714B8A-7A67-0829-A520-2C5F03B62C13}"/>
                  </a:ext>
                </a:extLst>
              </p:cNvPr>
              <p:cNvSpPr/>
              <p:nvPr/>
            </p:nvSpPr>
            <p:spPr>
              <a:xfrm>
                <a:off x="1453347" y="3140881"/>
                <a:ext cx="123915" cy="388238"/>
              </a:xfrm>
              <a:custGeom>
                <a:avLst/>
                <a:gdLst>
                  <a:gd name="connsiteX0" fmla="*/ 1758 w 123915"/>
                  <a:gd name="connsiteY0" fmla="*/ 62 h 388238"/>
                  <a:gd name="connsiteX1" fmla="*/ 121777 w 123915"/>
                  <a:gd name="connsiteY1" fmla="*/ 347 h 388238"/>
                  <a:gd name="connsiteX2" fmla="*/ 123916 w 123915"/>
                  <a:gd name="connsiteY2" fmla="*/ 231761 h 388238"/>
                  <a:gd name="connsiteX3" fmla="*/ 66519 w 123915"/>
                  <a:gd name="connsiteY3" fmla="*/ 233804 h 388238"/>
                  <a:gd name="connsiteX4" fmla="*/ 66472 w 123915"/>
                  <a:gd name="connsiteY4" fmla="*/ 380351 h 388238"/>
                  <a:gd name="connsiteX5" fmla="*/ 0 w 123915"/>
                  <a:gd name="connsiteY5" fmla="*/ 388239 h 388238"/>
                  <a:gd name="connsiteX6" fmla="*/ 1758 w 123915"/>
                  <a:gd name="connsiteY6" fmla="*/ 62 h 388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915" h="388238">
                    <a:moveTo>
                      <a:pt x="1758" y="62"/>
                    </a:moveTo>
                    <a:cubicBezTo>
                      <a:pt x="41765" y="204"/>
                      <a:pt x="81771" y="-318"/>
                      <a:pt x="121777" y="347"/>
                    </a:cubicBezTo>
                    <a:cubicBezTo>
                      <a:pt x="122538" y="77517"/>
                      <a:pt x="123108" y="154639"/>
                      <a:pt x="123916" y="231761"/>
                    </a:cubicBezTo>
                    <a:cubicBezTo>
                      <a:pt x="104768" y="232426"/>
                      <a:pt x="85667" y="233139"/>
                      <a:pt x="66519" y="233804"/>
                    </a:cubicBezTo>
                    <a:cubicBezTo>
                      <a:pt x="66472" y="282653"/>
                      <a:pt x="66519" y="331502"/>
                      <a:pt x="66472" y="380351"/>
                    </a:cubicBezTo>
                    <a:cubicBezTo>
                      <a:pt x="44330" y="383012"/>
                      <a:pt x="22141" y="385578"/>
                      <a:pt x="0" y="388239"/>
                    </a:cubicBezTo>
                    <a:cubicBezTo>
                      <a:pt x="95" y="258846"/>
                      <a:pt x="1568" y="129454"/>
                      <a:pt x="1758" y="62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F146663F-5C19-0C2C-8272-AEFA91F552B5}"/>
                  </a:ext>
                </a:extLst>
              </p:cNvPr>
              <p:cNvSpPr/>
              <p:nvPr/>
            </p:nvSpPr>
            <p:spPr>
              <a:xfrm>
                <a:off x="1790631" y="3261972"/>
                <a:ext cx="192523" cy="337807"/>
              </a:xfrm>
              <a:custGeom>
                <a:avLst/>
                <a:gdLst>
                  <a:gd name="connsiteX0" fmla="*/ 252 w 192523"/>
                  <a:gd name="connsiteY0" fmla="*/ 0 h 337807"/>
                  <a:gd name="connsiteX1" fmla="*/ 192492 w 192523"/>
                  <a:gd name="connsiteY1" fmla="*/ 190 h 337807"/>
                  <a:gd name="connsiteX2" fmla="*/ 192160 w 192523"/>
                  <a:gd name="connsiteY2" fmla="*/ 337807 h 337807"/>
                  <a:gd name="connsiteX3" fmla="*/ 158758 w 192523"/>
                  <a:gd name="connsiteY3" fmla="*/ 306113 h 337807"/>
                  <a:gd name="connsiteX4" fmla="*/ 62 w 192523"/>
                  <a:gd name="connsiteY4" fmla="*/ 272375 h 337807"/>
                  <a:gd name="connsiteX5" fmla="*/ 252 w 192523"/>
                  <a:gd name="connsiteY5" fmla="*/ 0 h 337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2523" h="337807">
                    <a:moveTo>
                      <a:pt x="252" y="0"/>
                    </a:moveTo>
                    <a:cubicBezTo>
                      <a:pt x="64348" y="285"/>
                      <a:pt x="128397" y="0"/>
                      <a:pt x="192492" y="190"/>
                    </a:cubicBezTo>
                    <a:cubicBezTo>
                      <a:pt x="192207" y="112713"/>
                      <a:pt x="192920" y="225284"/>
                      <a:pt x="192160" y="337807"/>
                    </a:cubicBezTo>
                    <a:cubicBezTo>
                      <a:pt x="176908" y="332295"/>
                      <a:pt x="172204" y="314333"/>
                      <a:pt x="158758" y="306113"/>
                    </a:cubicBezTo>
                    <a:cubicBezTo>
                      <a:pt x="113287" y="273563"/>
                      <a:pt x="54180" y="269239"/>
                      <a:pt x="62" y="272375"/>
                    </a:cubicBezTo>
                    <a:cubicBezTo>
                      <a:pt x="205" y="181615"/>
                      <a:pt x="-270" y="90807"/>
                      <a:pt x="252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54590142-A9C6-0A38-5E57-7A4463CF63AA}"/>
                  </a:ext>
                </a:extLst>
              </p:cNvPr>
              <p:cNvSpPr/>
              <p:nvPr/>
            </p:nvSpPr>
            <p:spPr>
              <a:xfrm>
                <a:off x="729283" y="3268007"/>
                <a:ext cx="162215" cy="330774"/>
              </a:xfrm>
              <a:custGeom>
                <a:avLst/>
                <a:gdLst>
                  <a:gd name="connsiteX0" fmla="*/ 51 w 162215"/>
                  <a:gd name="connsiteY0" fmla="*/ 48 h 330774"/>
                  <a:gd name="connsiteX1" fmla="*/ 162120 w 162215"/>
                  <a:gd name="connsiteY1" fmla="*/ 0 h 330774"/>
                  <a:gd name="connsiteX2" fmla="*/ 162215 w 162215"/>
                  <a:gd name="connsiteY2" fmla="*/ 260970 h 330774"/>
                  <a:gd name="connsiteX3" fmla="*/ 20055 w 162215"/>
                  <a:gd name="connsiteY3" fmla="*/ 318420 h 330774"/>
                  <a:gd name="connsiteX4" fmla="*/ 289 w 162215"/>
                  <a:gd name="connsiteY4" fmla="*/ 330775 h 330774"/>
                  <a:gd name="connsiteX5" fmla="*/ 51 w 162215"/>
                  <a:gd name="connsiteY5" fmla="*/ 48 h 330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2215" h="330774">
                    <a:moveTo>
                      <a:pt x="51" y="48"/>
                    </a:moveTo>
                    <a:cubicBezTo>
                      <a:pt x="54074" y="0"/>
                      <a:pt x="108097" y="48"/>
                      <a:pt x="162120" y="0"/>
                    </a:cubicBezTo>
                    <a:cubicBezTo>
                      <a:pt x="162263" y="87006"/>
                      <a:pt x="162120" y="174012"/>
                      <a:pt x="162215" y="260970"/>
                    </a:cubicBezTo>
                    <a:cubicBezTo>
                      <a:pt x="111471" y="267338"/>
                      <a:pt x="55547" y="278172"/>
                      <a:pt x="20055" y="318420"/>
                    </a:cubicBezTo>
                    <a:cubicBezTo>
                      <a:pt x="14876" y="324550"/>
                      <a:pt x="7226" y="327258"/>
                      <a:pt x="289" y="330775"/>
                    </a:cubicBezTo>
                    <a:cubicBezTo>
                      <a:pt x="-281" y="220532"/>
                      <a:pt x="194" y="110290"/>
                      <a:pt x="51" y="48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EF3374D2-FB75-302D-6594-19E27B387B2B}"/>
                  </a:ext>
                </a:extLst>
              </p:cNvPr>
              <p:cNvSpPr/>
              <p:nvPr/>
            </p:nvSpPr>
            <p:spPr>
              <a:xfrm>
                <a:off x="905087" y="3311866"/>
                <a:ext cx="189535" cy="222718"/>
              </a:xfrm>
              <a:custGeom>
                <a:avLst/>
                <a:gdLst>
                  <a:gd name="connsiteX0" fmla="*/ 47 w 189535"/>
                  <a:gd name="connsiteY0" fmla="*/ 143 h 222718"/>
                  <a:gd name="connsiteX1" fmla="*/ 189342 w 189535"/>
                  <a:gd name="connsiteY1" fmla="*/ 0 h 222718"/>
                  <a:gd name="connsiteX2" fmla="*/ 189532 w 189535"/>
                  <a:gd name="connsiteY2" fmla="*/ 60681 h 222718"/>
                  <a:gd name="connsiteX3" fmla="*/ 109329 w 189535"/>
                  <a:gd name="connsiteY3" fmla="*/ 60681 h 222718"/>
                  <a:gd name="connsiteX4" fmla="*/ 109281 w 189535"/>
                  <a:gd name="connsiteY4" fmla="*/ 22714 h 222718"/>
                  <a:gd name="connsiteX5" fmla="*/ 55306 w 189535"/>
                  <a:gd name="connsiteY5" fmla="*/ 22666 h 222718"/>
                  <a:gd name="connsiteX6" fmla="*/ 52883 w 189535"/>
                  <a:gd name="connsiteY6" fmla="*/ 222718 h 222718"/>
                  <a:gd name="connsiteX7" fmla="*/ 0 w 189535"/>
                  <a:gd name="connsiteY7" fmla="*/ 217016 h 222718"/>
                  <a:gd name="connsiteX8" fmla="*/ 47 w 189535"/>
                  <a:gd name="connsiteY8" fmla="*/ 143 h 222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535" h="222718">
                    <a:moveTo>
                      <a:pt x="47" y="143"/>
                    </a:moveTo>
                    <a:cubicBezTo>
                      <a:pt x="63146" y="47"/>
                      <a:pt x="126244" y="285"/>
                      <a:pt x="189342" y="0"/>
                    </a:cubicBezTo>
                    <a:cubicBezTo>
                      <a:pt x="189579" y="20195"/>
                      <a:pt x="189532" y="40438"/>
                      <a:pt x="189532" y="60681"/>
                    </a:cubicBezTo>
                    <a:cubicBezTo>
                      <a:pt x="162782" y="60728"/>
                      <a:pt x="136032" y="60728"/>
                      <a:pt x="109329" y="60681"/>
                    </a:cubicBezTo>
                    <a:cubicBezTo>
                      <a:pt x="109329" y="47993"/>
                      <a:pt x="109329" y="35354"/>
                      <a:pt x="109281" y="22714"/>
                    </a:cubicBezTo>
                    <a:cubicBezTo>
                      <a:pt x="91321" y="22666"/>
                      <a:pt x="73314" y="22666"/>
                      <a:pt x="55306" y="22666"/>
                    </a:cubicBezTo>
                    <a:cubicBezTo>
                      <a:pt x="53643" y="89334"/>
                      <a:pt x="55401" y="156050"/>
                      <a:pt x="52883" y="222718"/>
                    </a:cubicBezTo>
                    <a:cubicBezTo>
                      <a:pt x="35350" y="219915"/>
                      <a:pt x="17723" y="217919"/>
                      <a:pt x="0" y="217016"/>
                    </a:cubicBezTo>
                    <a:cubicBezTo>
                      <a:pt x="95" y="144741"/>
                      <a:pt x="0" y="72418"/>
                      <a:pt x="47" y="143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70DD8D31-6D82-9C2B-ACE2-1B4E4C1D72F6}"/>
                  </a:ext>
                </a:extLst>
              </p:cNvPr>
              <p:cNvSpPr/>
              <p:nvPr/>
            </p:nvSpPr>
            <p:spPr>
              <a:xfrm>
                <a:off x="1589901" y="3325647"/>
                <a:ext cx="187631" cy="222670"/>
              </a:xfrm>
              <a:custGeom>
                <a:avLst/>
                <a:gdLst>
                  <a:gd name="connsiteX0" fmla="*/ 0 w 187631"/>
                  <a:gd name="connsiteY0" fmla="*/ 46901 h 222670"/>
                  <a:gd name="connsiteX1" fmla="*/ 48 w 187631"/>
                  <a:gd name="connsiteY1" fmla="*/ 0 h 222670"/>
                  <a:gd name="connsiteX2" fmla="*/ 187631 w 187631"/>
                  <a:gd name="connsiteY2" fmla="*/ 0 h 222670"/>
                  <a:gd name="connsiteX3" fmla="*/ 185208 w 187631"/>
                  <a:gd name="connsiteY3" fmla="*/ 212454 h 222670"/>
                  <a:gd name="connsiteX4" fmla="*/ 148528 w 187631"/>
                  <a:gd name="connsiteY4" fmla="*/ 222671 h 222670"/>
                  <a:gd name="connsiteX5" fmla="*/ 148528 w 187631"/>
                  <a:gd name="connsiteY5" fmla="*/ 25565 h 222670"/>
                  <a:gd name="connsiteX6" fmla="*/ 94505 w 187631"/>
                  <a:gd name="connsiteY6" fmla="*/ 25517 h 222670"/>
                  <a:gd name="connsiteX7" fmla="*/ 94457 w 187631"/>
                  <a:gd name="connsiteY7" fmla="*/ 46901 h 222670"/>
                  <a:gd name="connsiteX8" fmla="*/ 0 w 187631"/>
                  <a:gd name="connsiteY8" fmla="*/ 46901 h 222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631" h="222670">
                    <a:moveTo>
                      <a:pt x="0" y="46901"/>
                    </a:moveTo>
                    <a:cubicBezTo>
                      <a:pt x="0" y="31267"/>
                      <a:pt x="0" y="15634"/>
                      <a:pt x="48" y="0"/>
                    </a:cubicBezTo>
                    <a:cubicBezTo>
                      <a:pt x="62576" y="0"/>
                      <a:pt x="125103" y="0"/>
                      <a:pt x="187631" y="0"/>
                    </a:cubicBezTo>
                    <a:cubicBezTo>
                      <a:pt x="186443" y="70802"/>
                      <a:pt x="186491" y="141652"/>
                      <a:pt x="185208" y="212454"/>
                    </a:cubicBezTo>
                    <a:cubicBezTo>
                      <a:pt x="172950" y="215875"/>
                      <a:pt x="160739" y="219249"/>
                      <a:pt x="148528" y="222671"/>
                    </a:cubicBezTo>
                    <a:cubicBezTo>
                      <a:pt x="148480" y="156953"/>
                      <a:pt x="148480" y="91235"/>
                      <a:pt x="148528" y="25565"/>
                    </a:cubicBezTo>
                    <a:cubicBezTo>
                      <a:pt x="130472" y="25517"/>
                      <a:pt x="112512" y="25565"/>
                      <a:pt x="94505" y="25517"/>
                    </a:cubicBezTo>
                    <a:cubicBezTo>
                      <a:pt x="94457" y="32645"/>
                      <a:pt x="94457" y="39773"/>
                      <a:pt x="94457" y="46901"/>
                    </a:cubicBezTo>
                    <a:cubicBezTo>
                      <a:pt x="62956" y="46901"/>
                      <a:pt x="31502" y="46948"/>
                      <a:pt x="0" y="46901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038B0F1-E9DA-4D93-A4E2-87072F31ABAA}"/>
                  </a:ext>
                </a:extLst>
              </p:cNvPr>
              <p:cNvSpPr/>
              <p:nvPr/>
            </p:nvSpPr>
            <p:spPr>
              <a:xfrm>
                <a:off x="973459" y="3350594"/>
                <a:ext cx="28033" cy="196868"/>
              </a:xfrm>
              <a:custGeom>
                <a:avLst/>
                <a:gdLst>
                  <a:gd name="connsiteX0" fmla="*/ 0 w 28033"/>
                  <a:gd name="connsiteY0" fmla="*/ 0 h 196868"/>
                  <a:gd name="connsiteX1" fmla="*/ 28033 w 28033"/>
                  <a:gd name="connsiteY1" fmla="*/ 48 h 196868"/>
                  <a:gd name="connsiteX2" fmla="*/ 25325 w 28033"/>
                  <a:gd name="connsiteY2" fmla="*/ 196868 h 196868"/>
                  <a:gd name="connsiteX3" fmla="*/ 1235 w 28033"/>
                  <a:gd name="connsiteY3" fmla="*/ 187555 h 196868"/>
                  <a:gd name="connsiteX4" fmla="*/ 0 w 28033"/>
                  <a:gd name="connsiteY4" fmla="*/ 0 h 196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033" h="196868">
                    <a:moveTo>
                      <a:pt x="0" y="0"/>
                    </a:moveTo>
                    <a:cubicBezTo>
                      <a:pt x="9313" y="0"/>
                      <a:pt x="18673" y="0"/>
                      <a:pt x="28033" y="48"/>
                    </a:cubicBezTo>
                    <a:cubicBezTo>
                      <a:pt x="26940" y="65670"/>
                      <a:pt x="25990" y="131245"/>
                      <a:pt x="25325" y="196868"/>
                    </a:cubicBezTo>
                    <a:cubicBezTo>
                      <a:pt x="17295" y="193685"/>
                      <a:pt x="9265" y="190548"/>
                      <a:pt x="1235" y="187555"/>
                    </a:cubicBezTo>
                    <a:cubicBezTo>
                      <a:pt x="1045" y="125021"/>
                      <a:pt x="95" y="62487"/>
                      <a:pt x="0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1ECD6DF9-4489-B96C-B809-0814AE1BC420}"/>
                  </a:ext>
                </a:extLst>
              </p:cNvPr>
              <p:cNvSpPr/>
              <p:nvPr/>
            </p:nvSpPr>
            <p:spPr>
              <a:xfrm>
                <a:off x="1697424" y="3364232"/>
                <a:ext cx="30931" cy="208795"/>
              </a:xfrm>
              <a:custGeom>
                <a:avLst/>
                <a:gdLst>
                  <a:gd name="connsiteX0" fmla="*/ 0 w 30931"/>
                  <a:gd name="connsiteY0" fmla="*/ 0 h 208795"/>
                  <a:gd name="connsiteX1" fmla="*/ 30931 w 30931"/>
                  <a:gd name="connsiteY1" fmla="*/ 48 h 208795"/>
                  <a:gd name="connsiteX2" fmla="*/ 30694 w 30931"/>
                  <a:gd name="connsiteY2" fmla="*/ 192449 h 208795"/>
                  <a:gd name="connsiteX3" fmla="*/ 0 w 30931"/>
                  <a:gd name="connsiteY3" fmla="*/ 208795 h 208795"/>
                  <a:gd name="connsiteX4" fmla="*/ 0 w 30931"/>
                  <a:gd name="connsiteY4" fmla="*/ 0 h 208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931" h="208795">
                    <a:moveTo>
                      <a:pt x="0" y="0"/>
                    </a:moveTo>
                    <a:cubicBezTo>
                      <a:pt x="10311" y="0"/>
                      <a:pt x="20621" y="48"/>
                      <a:pt x="30931" y="48"/>
                    </a:cubicBezTo>
                    <a:cubicBezTo>
                      <a:pt x="30694" y="64197"/>
                      <a:pt x="31169" y="128299"/>
                      <a:pt x="30694" y="192449"/>
                    </a:cubicBezTo>
                    <a:cubicBezTo>
                      <a:pt x="20383" y="197819"/>
                      <a:pt x="10168" y="203331"/>
                      <a:pt x="0" y="208795"/>
                    </a:cubicBezTo>
                    <a:cubicBezTo>
                      <a:pt x="48" y="139229"/>
                      <a:pt x="0" y="69614"/>
                      <a:pt x="0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D0ED338B-BE79-D39A-ED5A-8F73F5EAA533}"/>
                  </a:ext>
                </a:extLst>
              </p:cNvPr>
              <p:cNvSpPr/>
              <p:nvPr/>
            </p:nvSpPr>
            <p:spPr>
              <a:xfrm>
                <a:off x="1014321" y="3385620"/>
                <a:ext cx="146294" cy="209978"/>
              </a:xfrm>
              <a:custGeom>
                <a:avLst/>
                <a:gdLst>
                  <a:gd name="connsiteX0" fmla="*/ 0 w 146294"/>
                  <a:gd name="connsiteY0" fmla="*/ 90 h 209978"/>
                  <a:gd name="connsiteX1" fmla="*/ 146199 w 146294"/>
                  <a:gd name="connsiteY1" fmla="*/ 90 h 209978"/>
                  <a:gd name="connsiteX2" fmla="*/ 146295 w 146294"/>
                  <a:gd name="connsiteY2" fmla="*/ 156995 h 209978"/>
                  <a:gd name="connsiteX3" fmla="*/ 95502 w 146294"/>
                  <a:gd name="connsiteY3" fmla="*/ 176763 h 209978"/>
                  <a:gd name="connsiteX4" fmla="*/ 51267 w 146294"/>
                  <a:gd name="connsiteY4" fmla="*/ 209978 h 209978"/>
                  <a:gd name="connsiteX5" fmla="*/ 1996 w 146294"/>
                  <a:gd name="connsiteY5" fmla="*/ 169255 h 209978"/>
                  <a:gd name="connsiteX6" fmla="*/ 0 w 146294"/>
                  <a:gd name="connsiteY6" fmla="*/ 90 h 209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6294" h="209978">
                    <a:moveTo>
                      <a:pt x="0" y="90"/>
                    </a:moveTo>
                    <a:cubicBezTo>
                      <a:pt x="48749" y="-53"/>
                      <a:pt x="97498" y="-5"/>
                      <a:pt x="146199" y="90"/>
                    </a:cubicBezTo>
                    <a:cubicBezTo>
                      <a:pt x="146247" y="52360"/>
                      <a:pt x="146057" y="104678"/>
                      <a:pt x="146295" y="156995"/>
                    </a:cubicBezTo>
                    <a:cubicBezTo>
                      <a:pt x="129047" y="162650"/>
                      <a:pt x="111419" y="167735"/>
                      <a:pt x="95502" y="176763"/>
                    </a:cubicBezTo>
                    <a:cubicBezTo>
                      <a:pt x="79253" y="185696"/>
                      <a:pt x="66329" y="199287"/>
                      <a:pt x="51267" y="209978"/>
                    </a:cubicBezTo>
                    <a:cubicBezTo>
                      <a:pt x="39912" y="191018"/>
                      <a:pt x="20668" y="179804"/>
                      <a:pt x="1996" y="169255"/>
                    </a:cubicBezTo>
                    <a:cubicBezTo>
                      <a:pt x="998" y="112851"/>
                      <a:pt x="1235" y="56447"/>
                      <a:pt x="0" y="9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4E7C902-41AC-F8C4-9159-3B06B91BEDC6}"/>
                  </a:ext>
                </a:extLst>
              </p:cNvPr>
              <p:cNvSpPr/>
              <p:nvPr/>
            </p:nvSpPr>
            <p:spPr>
              <a:xfrm>
                <a:off x="1532790" y="3383239"/>
                <a:ext cx="151616" cy="213689"/>
              </a:xfrm>
              <a:custGeom>
                <a:avLst/>
                <a:gdLst>
                  <a:gd name="connsiteX0" fmla="*/ 1758 w 151616"/>
                  <a:gd name="connsiteY0" fmla="*/ 1188 h 213689"/>
                  <a:gd name="connsiteX1" fmla="*/ 151616 w 151616"/>
                  <a:gd name="connsiteY1" fmla="*/ 0 h 213689"/>
                  <a:gd name="connsiteX2" fmla="*/ 150333 w 151616"/>
                  <a:gd name="connsiteY2" fmla="*/ 185939 h 213689"/>
                  <a:gd name="connsiteX3" fmla="*/ 145344 w 151616"/>
                  <a:gd name="connsiteY3" fmla="*/ 213690 h 213689"/>
                  <a:gd name="connsiteX4" fmla="*/ 108949 w 151616"/>
                  <a:gd name="connsiteY4" fmla="*/ 178526 h 213689"/>
                  <a:gd name="connsiteX5" fmla="*/ 0 w 151616"/>
                  <a:gd name="connsiteY5" fmla="*/ 140369 h 213689"/>
                  <a:gd name="connsiteX6" fmla="*/ 1758 w 151616"/>
                  <a:gd name="connsiteY6" fmla="*/ 1188 h 213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1616" h="213689">
                    <a:moveTo>
                      <a:pt x="1758" y="1188"/>
                    </a:moveTo>
                    <a:cubicBezTo>
                      <a:pt x="51695" y="1426"/>
                      <a:pt x="101679" y="48"/>
                      <a:pt x="151616" y="0"/>
                    </a:cubicBezTo>
                    <a:cubicBezTo>
                      <a:pt x="151093" y="61964"/>
                      <a:pt x="150381" y="123975"/>
                      <a:pt x="150333" y="185939"/>
                    </a:cubicBezTo>
                    <a:cubicBezTo>
                      <a:pt x="150048" y="195395"/>
                      <a:pt x="150618" y="205326"/>
                      <a:pt x="145344" y="213690"/>
                    </a:cubicBezTo>
                    <a:cubicBezTo>
                      <a:pt x="133941" y="201287"/>
                      <a:pt x="123060" y="188030"/>
                      <a:pt x="108949" y="178526"/>
                    </a:cubicBezTo>
                    <a:cubicBezTo>
                      <a:pt x="76972" y="155907"/>
                      <a:pt x="37868" y="147354"/>
                      <a:pt x="0" y="140369"/>
                    </a:cubicBezTo>
                    <a:cubicBezTo>
                      <a:pt x="713" y="93991"/>
                      <a:pt x="998" y="47566"/>
                      <a:pt x="1758" y="1188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8CF85F89-6D39-D709-7590-62CAB3C0326D}"/>
                  </a:ext>
                </a:extLst>
              </p:cNvPr>
              <p:cNvSpPr/>
              <p:nvPr/>
            </p:nvSpPr>
            <p:spPr>
              <a:xfrm>
                <a:off x="752473" y="3542133"/>
                <a:ext cx="302424" cy="60714"/>
              </a:xfrm>
              <a:custGeom>
                <a:avLst/>
                <a:gdLst>
                  <a:gd name="connsiteX0" fmla="*/ 70035 w 302424"/>
                  <a:gd name="connsiteY0" fmla="*/ 14025 h 60714"/>
                  <a:gd name="connsiteX1" fmla="*/ 302424 w 302424"/>
                  <a:gd name="connsiteY1" fmla="*/ 57410 h 60714"/>
                  <a:gd name="connsiteX2" fmla="*/ 150286 w 302424"/>
                  <a:gd name="connsiteY2" fmla="*/ 60166 h 60714"/>
                  <a:gd name="connsiteX3" fmla="*/ 0 w 302424"/>
                  <a:gd name="connsiteY3" fmla="*/ 60593 h 60714"/>
                  <a:gd name="connsiteX4" fmla="*/ 70035 w 302424"/>
                  <a:gd name="connsiteY4" fmla="*/ 14025 h 60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2424" h="60714">
                    <a:moveTo>
                      <a:pt x="70035" y="14025"/>
                    </a:moveTo>
                    <a:cubicBezTo>
                      <a:pt x="147625" y="-13203"/>
                      <a:pt x="242320" y="-1846"/>
                      <a:pt x="302424" y="57410"/>
                    </a:cubicBezTo>
                    <a:cubicBezTo>
                      <a:pt x="251870" y="62114"/>
                      <a:pt x="200983" y="58265"/>
                      <a:pt x="150286" y="60166"/>
                    </a:cubicBezTo>
                    <a:cubicBezTo>
                      <a:pt x="100206" y="59975"/>
                      <a:pt x="50127" y="61068"/>
                      <a:pt x="0" y="60593"/>
                    </a:cubicBezTo>
                    <a:cubicBezTo>
                      <a:pt x="16155" y="36311"/>
                      <a:pt x="42715" y="22056"/>
                      <a:pt x="70035" y="14025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5215DF8F-BA48-02D2-F2DA-E3DBB4D2C48A}"/>
                  </a:ext>
                </a:extLst>
              </p:cNvPr>
              <p:cNvSpPr/>
              <p:nvPr/>
            </p:nvSpPr>
            <p:spPr>
              <a:xfrm>
                <a:off x="1361978" y="3538074"/>
                <a:ext cx="301521" cy="65042"/>
              </a:xfrm>
              <a:custGeom>
                <a:avLst/>
                <a:gdLst>
                  <a:gd name="connsiteX0" fmla="*/ 89563 w 301521"/>
                  <a:gd name="connsiteY0" fmla="*/ 5824 h 65042"/>
                  <a:gd name="connsiteX1" fmla="*/ 229301 w 301521"/>
                  <a:gd name="connsiteY1" fmla="*/ 11336 h 65042"/>
                  <a:gd name="connsiteX2" fmla="*/ 301522 w 301521"/>
                  <a:gd name="connsiteY2" fmla="*/ 64747 h 65042"/>
                  <a:gd name="connsiteX3" fmla="*/ 0 w 301521"/>
                  <a:gd name="connsiteY3" fmla="*/ 64509 h 65042"/>
                  <a:gd name="connsiteX4" fmla="*/ 89563 w 301521"/>
                  <a:gd name="connsiteY4" fmla="*/ 5824 h 65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1521" h="65042">
                    <a:moveTo>
                      <a:pt x="89563" y="5824"/>
                    </a:moveTo>
                    <a:cubicBezTo>
                      <a:pt x="135604" y="-3679"/>
                      <a:pt x="184115" y="-1351"/>
                      <a:pt x="229301" y="11336"/>
                    </a:cubicBezTo>
                    <a:cubicBezTo>
                      <a:pt x="256716" y="23026"/>
                      <a:pt x="288645" y="35523"/>
                      <a:pt x="301522" y="64747"/>
                    </a:cubicBezTo>
                    <a:cubicBezTo>
                      <a:pt x="200983" y="64937"/>
                      <a:pt x="100491" y="65412"/>
                      <a:pt x="0" y="64509"/>
                    </a:cubicBezTo>
                    <a:cubicBezTo>
                      <a:pt x="19053" y="32625"/>
                      <a:pt x="54546" y="14568"/>
                      <a:pt x="89563" y="5824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A711D794-9238-6867-008B-D6107D5D368A}"/>
                  </a:ext>
                </a:extLst>
              </p:cNvPr>
              <p:cNvSpPr/>
              <p:nvPr/>
            </p:nvSpPr>
            <p:spPr>
              <a:xfrm>
                <a:off x="1690297" y="3545957"/>
                <a:ext cx="269307" cy="57189"/>
              </a:xfrm>
              <a:custGeom>
                <a:avLst/>
                <a:gdLst>
                  <a:gd name="connsiteX0" fmla="*/ 0 w 269307"/>
                  <a:gd name="connsiteY0" fmla="*/ 56484 h 57189"/>
                  <a:gd name="connsiteX1" fmla="*/ 119972 w 269307"/>
                  <a:gd name="connsiteY1" fmla="*/ 222 h 57189"/>
                  <a:gd name="connsiteX2" fmla="*/ 246263 w 269307"/>
                  <a:gd name="connsiteY2" fmla="*/ 30064 h 57189"/>
                  <a:gd name="connsiteX3" fmla="*/ 269307 w 269307"/>
                  <a:gd name="connsiteY3" fmla="*/ 56816 h 57189"/>
                  <a:gd name="connsiteX4" fmla="*/ 0 w 269307"/>
                  <a:gd name="connsiteY4" fmla="*/ 56484 h 57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9307" h="57189">
                    <a:moveTo>
                      <a:pt x="0" y="56484"/>
                    </a:moveTo>
                    <a:cubicBezTo>
                      <a:pt x="31502" y="24314"/>
                      <a:pt x="74501" y="2170"/>
                      <a:pt x="119972" y="222"/>
                    </a:cubicBezTo>
                    <a:cubicBezTo>
                      <a:pt x="163542" y="-1441"/>
                      <a:pt x="209060" y="6019"/>
                      <a:pt x="246263" y="30064"/>
                    </a:cubicBezTo>
                    <a:cubicBezTo>
                      <a:pt x="256574" y="36336"/>
                      <a:pt x="263368" y="46552"/>
                      <a:pt x="269307" y="56816"/>
                    </a:cubicBezTo>
                    <a:cubicBezTo>
                      <a:pt x="179554" y="57054"/>
                      <a:pt x="89753" y="57672"/>
                      <a:pt x="0" y="56484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DCEB42C1-33C3-9B45-349E-3A026CAB072D}"/>
                  </a:ext>
                </a:extLst>
              </p:cNvPr>
              <p:cNvSpPr/>
              <p:nvPr/>
            </p:nvSpPr>
            <p:spPr>
              <a:xfrm>
                <a:off x="1079319" y="3552415"/>
                <a:ext cx="255528" cy="50716"/>
              </a:xfrm>
              <a:custGeom>
                <a:avLst/>
                <a:gdLst>
                  <a:gd name="connsiteX0" fmla="*/ 16012 w 255528"/>
                  <a:gd name="connsiteY0" fmla="*/ 33299 h 50716"/>
                  <a:gd name="connsiteX1" fmla="*/ 113558 w 255528"/>
                  <a:gd name="connsiteY1" fmla="*/ 131 h 50716"/>
                  <a:gd name="connsiteX2" fmla="*/ 199605 w 255528"/>
                  <a:gd name="connsiteY2" fmla="*/ 10110 h 50716"/>
                  <a:gd name="connsiteX3" fmla="*/ 249066 w 255528"/>
                  <a:gd name="connsiteY3" fmla="*/ 39049 h 50716"/>
                  <a:gd name="connsiteX4" fmla="*/ 255528 w 255528"/>
                  <a:gd name="connsiteY4" fmla="*/ 50311 h 50716"/>
                  <a:gd name="connsiteX5" fmla="*/ 0 w 255528"/>
                  <a:gd name="connsiteY5" fmla="*/ 50120 h 50716"/>
                  <a:gd name="connsiteX6" fmla="*/ 16012 w 255528"/>
                  <a:gd name="connsiteY6" fmla="*/ 33299 h 50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5528" h="50716">
                    <a:moveTo>
                      <a:pt x="16012" y="33299"/>
                    </a:moveTo>
                    <a:cubicBezTo>
                      <a:pt x="45613" y="15575"/>
                      <a:pt x="78540" y="1272"/>
                      <a:pt x="113558" y="131"/>
                    </a:cubicBezTo>
                    <a:cubicBezTo>
                      <a:pt x="142493" y="-772"/>
                      <a:pt x="171572" y="3030"/>
                      <a:pt x="199605" y="10110"/>
                    </a:cubicBezTo>
                    <a:cubicBezTo>
                      <a:pt x="217232" y="17428"/>
                      <a:pt x="233530" y="28024"/>
                      <a:pt x="249066" y="39049"/>
                    </a:cubicBezTo>
                    <a:cubicBezTo>
                      <a:pt x="250682" y="41852"/>
                      <a:pt x="253913" y="47507"/>
                      <a:pt x="255528" y="50311"/>
                    </a:cubicBezTo>
                    <a:cubicBezTo>
                      <a:pt x="170384" y="50691"/>
                      <a:pt x="85144" y="51071"/>
                      <a:pt x="0" y="50120"/>
                    </a:cubicBezTo>
                    <a:cubicBezTo>
                      <a:pt x="4704" y="43991"/>
                      <a:pt x="8980" y="37100"/>
                      <a:pt x="16012" y="33299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4D8F1647-3C56-E117-9A43-ADE1F7D70075}"/>
                  </a:ext>
                </a:extLst>
              </p:cNvPr>
              <p:cNvSpPr/>
              <p:nvPr/>
            </p:nvSpPr>
            <p:spPr>
              <a:xfrm>
                <a:off x="2219172" y="3664737"/>
                <a:ext cx="201315" cy="171160"/>
              </a:xfrm>
              <a:custGeom>
                <a:avLst/>
                <a:gdLst>
                  <a:gd name="connsiteX0" fmla="*/ 66899 w 201315"/>
                  <a:gd name="connsiteY0" fmla="*/ 0 h 171160"/>
                  <a:gd name="connsiteX1" fmla="*/ 125008 w 201315"/>
                  <a:gd name="connsiteY1" fmla="*/ 102497 h 171160"/>
                  <a:gd name="connsiteX2" fmla="*/ 137410 w 201315"/>
                  <a:gd name="connsiteY2" fmla="*/ 117180 h 171160"/>
                  <a:gd name="connsiteX3" fmla="*/ 201315 w 201315"/>
                  <a:gd name="connsiteY3" fmla="*/ 147924 h 171160"/>
                  <a:gd name="connsiteX4" fmla="*/ 191765 w 201315"/>
                  <a:gd name="connsiteY4" fmla="*/ 171161 h 171160"/>
                  <a:gd name="connsiteX5" fmla="*/ 127051 w 201315"/>
                  <a:gd name="connsiteY5" fmla="*/ 141082 h 171160"/>
                  <a:gd name="connsiteX6" fmla="*/ 104482 w 201315"/>
                  <a:gd name="connsiteY6" fmla="*/ 141652 h 171160"/>
                  <a:gd name="connsiteX7" fmla="*/ 0 w 201315"/>
                  <a:gd name="connsiteY7" fmla="*/ 161182 h 171160"/>
                  <a:gd name="connsiteX8" fmla="*/ 11166 w 201315"/>
                  <a:gd name="connsiteY8" fmla="*/ 133051 h 171160"/>
                  <a:gd name="connsiteX9" fmla="*/ 109757 w 201315"/>
                  <a:gd name="connsiteY9" fmla="*/ 116705 h 171160"/>
                  <a:gd name="connsiteX10" fmla="*/ 55258 w 201315"/>
                  <a:gd name="connsiteY10" fmla="*/ 27656 h 171160"/>
                  <a:gd name="connsiteX11" fmla="*/ 66899 w 201315"/>
                  <a:gd name="connsiteY11" fmla="*/ 0 h 171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1315" h="171160">
                    <a:moveTo>
                      <a:pt x="66899" y="0"/>
                    </a:moveTo>
                    <a:cubicBezTo>
                      <a:pt x="86380" y="34118"/>
                      <a:pt x="105860" y="68189"/>
                      <a:pt x="125008" y="102497"/>
                    </a:cubicBezTo>
                    <a:cubicBezTo>
                      <a:pt x="128382" y="107867"/>
                      <a:pt x="131233" y="114377"/>
                      <a:pt x="137410" y="117180"/>
                    </a:cubicBezTo>
                    <a:cubicBezTo>
                      <a:pt x="158410" y="127919"/>
                      <a:pt x="180124" y="137375"/>
                      <a:pt x="201315" y="147924"/>
                    </a:cubicBezTo>
                    <a:cubicBezTo>
                      <a:pt x="198084" y="155622"/>
                      <a:pt x="194901" y="163368"/>
                      <a:pt x="191765" y="171161"/>
                    </a:cubicBezTo>
                    <a:cubicBezTo>
                      <a:pt x="169861" y="161800"/>
                      <a:pt x="148908" y="150443"/>
                      <a:pt x="127051" y="141082"/>
                    </a:cubicBezTo>
                    <a:cubicBezTo>
                      <a:pt x="119924" y="137280"/>
                      <a:pt x="111847" y="140987"/>
                      <a:pt x="104482" y="141652"/>
                    </a:cubicBezTo>
                    <a:cubicBezTo>
                      <a:pt x="69655" y="148352"/>
                      <a:pt x="34828" y="154672"/>
                      <a:pt x="0" y="161182"/>
                    </a:cubicBezTo>
                    <a:cubicBezTo>
                      <a:pt x="3658" y="151773"/>
                      <a:pt x="7460" y="142412"/>
                      <a:pt x="11166" y="133051"/>
                    </a:cubicBezTo>
                    <a:cubicBezTo>
                      <a:pt x="43760" y="126161"/>
                      <a:pt x="76687" y="120792"/>
                      <a:pt x="109757" y="116705"/>
                    </a:cubicBezTo>
                    <a:cubicBezTo>
                      <a:pt x="90751" y="87576"/>
                      <a:pt x="73028" y="57592"/>
                      <a:pt x="55258" y="27656"/>
                    </a:cubicBezTo>
                    <a:cubicBezTo>
                      <a:pt x="59107" y="18437"/>
                      <a:pt x="63003" y="9219"/>
                      <a:pt x="66899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5AA556F5-483B-FBA7-EB1C-3B44C13692A5}"/>
                  </a:ext>
                </a:extLst>
              </p:cNvPr>
              <p:cNvSpPr/>
              <p:nvPr/>
            </p:nvSpPr>
            <p:spPr>
              <a:xfrm>
                <a:off x="1185940" y="3682838"/>
                <a:ext cx="51820" cy="112051"/>
              </a:xfrm>
              <a:custGeom>
                <a:avLst/>
                <a:gdLst>
                  <a:gd name="connsiteX0" fmla="*/ 570 w 51820"/>
                  <a:gd name="connsiteY0" fmla="*/ 16445 h 112051"/>
                  <a:gd name="connsiteX1" fmla="*/ 51742 w 51820"/>
                  <a:gd name="connsiteY1" fmla="*/ 527 h 112051"/>
                  <a:gd name="connsiteX2" fmla="*/ 51790 w 51820"/>
                  <a:gd name="connsiteY2" fmla="*/ 112052 h 112051"/>
                  <a:gd name="connsiteX3" fmla="*/ 26798 w 51820"/>
                  <a:gd name="connsiteY3" fmla="*/ 112004 h 112051"/>
                  <a:gd name="connsiteX4" fmla="*/ 26940 w 51820"/>
                  <a:gd name="connsiteY4" fmla="*/ 25854 h 112051"/>
                  <a:gd name="connsiteX5" fmla="*/ 0 w 51820"/>
                  <a:gd name="connsiteY5" fmla="*/ 40252 h 112051"/>
                  <a:gd name="connsiteX6" fmla="*/ 570 w 51820"/>
                  <a:gd name="connsiteY6" fmla="*/ 16445 h 112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820" h="112051">
                    <a:moveTo>
                      <a:pt x="570" y="16445"/>
                    </a:moveTo>
                    <a:cubicBezTo>
                      <a:pt x="16440" y="7559"/>
                      <a:pt x="32642" y="-2420"/>
                      <a:pt x="51742" y="527"/>
                    </a:cubicBezTo>
                    <a:cubicBezTo>
                      <a:pt x="51885" y="37686"/>
                      <a:pt x="51790" y="74893"/>
                      <a:pt x="51790" y="112052"/>
                    </a:cubicBezTo>
                    <a:cubicBezTo>
                      <a:pt x="43427" y="112004"/>
                      <a:pt x="35113" y="112004"/>
                      <a:pt x="26798" y="112004"/>
                    </a:cubicBezTo>
                    <a:cubicBezTo>
                      <a:pt x="26893" y="83304"/>
                      <a:pt x="26750" y="54555"/>
                      <a:pt x="26940" y="25854"/>
                    </a:cubicBezTo>
                    <a:cubicBezTo>
                      <a:pt x="18008" y="30748"/>
                      <a:pt x="9028" y="35548"/>
                      <a:pt x="0" y="40252"/>
                    </a:cubicBezTo>
                    <a:cubicBezTo>
                      <a:pt x="143" y="32269"/>
                      <a:pt x="333" y="24381"/>
                      <a:pt x="570" y="16445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3086F999-D235-4ED2-0EE1-BB9843CD807C}"/>
                  </a:ext>
                </a:extLst>
              </p:cNvPr>
              <p:cNvSpPr/>
              <p:nvPr/>
            </p:nvSpPr>
            <p:spPr>
              <a:xfrm>
                <a:off x="1272747" y="3681176"/>
                <a:ext cx="79884" cy="115418"/>
              </a:xfrm>
              <a:custGeom>
                <a:avLst/>
                <a:gdLst>
                  <a:gd name="connsiteX0" fmla="*/ 17580 w 79884"/>
                  <a:gd name="connsiteY0" fmla="*/ 5562 h 115418"/>
                  <a:gd name="connsiteX1" fmla="*/ 70843 w 79884"/>
                  <a:gd name="connsiteY1" fmla="*/ 12642 h 115418"/>
                  <a:gd name="connsiteX2" fmla="*/ 79300 w 79884"/>
                  <a:gd name="connsiteY2" fmla="*/ 68951 h 115418"/>
                  <a:gd name="connsiteX3" fmla="*/ 60580 w 79884"/>
                  <a:gd name="connsiteY3" fmla="*/ 109865 h 115418"/>
                  <a:gd name="connsiteX4" fmla="*/ 0 w 79884"/>
                  <a:gd name="connsiteY4" fmla="*/ 86011 h 115418"/>
                  <a:gd name="connsiteX5" fmla="*/ 24707 w 79884"/>
                  <a:gd name="connsiteY5" fmla="*/ 85916 h 115418"/>
                  <a:gd name="connsiteX6" fmla="*/ 43095 w 79884"/>
                  <a:gd name="connsiteY6" fmla="*/ 98650 h 115418"/>
                  <a:gd name="connsiteX7" fmla="*/ 55924 w 79884"/>
                  <a:gd name="connsiteY7" fmla="*/ 67146 h 115418"/>
                  <a:gd name="connsiteX8" fmla="*/ 13399 w 79884"/>
                  <a:gd name="connsiteY8" fmla="*/ 65102 h 115418"/>
                  <a:gd name="connsiteX9" fmla="*/ 17580 w 79884"/>
                  <a:gd name="connsiteY9" fmla="*/ 5562 h 115418"/>
                  <a:gd name="connsiteX10" fmla="*/ 35208 w 79884"/>
                  <a:gd name="connsiteY10" fmla="*/ 17632 h 115418"/>
                  <a:gd name="connsiteX11" fmla="*/ 26560 w 79884"/>
                  <a:gd name="connsiteY11" fmla="*/ 44717 h 115418"/>
                  <a:gd name="connsiteX12" fmla="*/ 53500 w 79884"/>
                  <a:gd name="connsiteY12" fmla="*/ 44385 h 115418"/>
                  <a:gd name="connsiteX13" fmla="*/ 35208 w 79884"/>
                  <a:gd name="connsiteY13" fmla="*/ 17632 h 115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9884" h="115418">
                    <a:moveTo>
                      <a:pt x="17580" y="5562"/>
                    </a:moveTo>
                    <a:cubicBezTo>
                      <a:pt x="34210" y="-2563"/>
                      <a:pt x="58394" y="-3039"/>
                      <a:pt x="70843" y="12642"/>
                    </a:cubicBezTo>
                    <a:cubicBezTo>
                      <a:pt x="82199" y="29036"/>
                      <a:pt x="79870" y="50134"/>
                      <a:pt x="79300" y="68951"/>
                    </a:cubicBezTo>
                    <a:cubicBezTo>
                      <a:pt x="78017" y="83920"/>
                      <a:pt x="74977" y="101929"/>
                      <a:pt x="60580" y="109865"/>
                    </a:cubicBezTo>
                    <a:cubicBezTo>
                      <a:pt x="38724" y="121317"/>
                      <a:pt x="2043" y="115852"/>
                      <a:pt x="0" y="86011"/>
                    </a:cubicBezTo>
                    <a:cubicBezTo>
                      <a:pt x="8220" y="85868"/>
                      <a:pt x="16440" y="85868"/>
                      <a:pt x="24707" y="85916"/>
                    </a:cubicBezTo>
                    <a:cubicBezTo>
                      <a:pt x="29411" y="91808"/>
                      <a:pt x="33307" y="103165"/>
                      <a:pt x="43095" y="98650"/>
                    </a:cubicBezTo>
                    <a:cubicBezTo>
                      <a:pt x="55591" y="93709"/>
                      <a:pt x="53168" y="77790"/>
                      <a:pt x="55924" y="67146"/>
                    </a:cubicBezTo>
                    <a:cubicBezTo>
                      <a:pt x="42192" y="71613"/>
                      <a:pt x="25800" y="74654"/>
                      <a:pt x="13399" y="65102"/>
                    </a:cubicBezTo>
                    <a:cubicBezTo>
                      <a:pt x="-6414" y="50895"/>
                      <a:pt x="-3516" y="17109"/>
                      <a:pt x="17580" y="5562"/>
                    </a:cubicBezTo>
                    <a:moveTo>
                      <a:pt x="35208" y="17632"/>
                    </a:moveTo>
                    <a:cubicBezTo>
                      <a:pt x="24565" y="21576"/>
                      <a:pt x="24232" y="35451"/>
                      <a:pt x="26560" y="44717"/>
                    </a:cubicBezTo>
                    <a:cubicBezTo>
                      <a:pt x="29078" y="57927"/>
                      <a:pt x="51505" y="58022"/>
                      <a:pt x="53500" y="44385"/>
                    </a:cubicBezTo>
                    <a:cubicBezTo>
                      <a:pt x="58347" y="32362"/>
                      <a:pt x="50887" y="12167"/>
                      <a:pt x="35208" y="17632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ABDCD63B-67D2-D4DB-C77D-723D618A55B1}"/>
                  </a:ext>
                </a:extLst>
              </p:cNvPr>
              <p:cNvSpPr/>
              <p:nvPr/>
            </p:nvSpPr>
            <p:spPr>
              <a:xfrm>
                <a:off x="1370435" y="3681179"/>
                <a:ext cx="79917" cy="113710"/>
              </a:xfrm>
              <a:custGeom>
                <a:avLst/>
                <a:gdLst>
                  <a:gd name="connsiteX0" fmla="*/ 1235 w 79917"/>
                  <a:gd name="connsiteY0" fmla="*/ 33405 h 113710"/>
                  <a:gd name="connsiteX1" fmla="*/ 21761 w 79917"/>
                  <a:gd name="connsiteY1" fmla="*/ 3373 h 113710"/>
                  <a:gd name="connsiteX2" fmla="*/ 79538 w 79917"/>
                  <a:gd name="connsiteY2" fmla="*/ 30316 h 113710"/>
                  <a:gd name="connsiteX3" fmla="*/ 25847 w 79917"/>
                  <a:gd name="connsiteY3" fmla="*/ 96842 h 113710"/>
                  <a:gd name="connsiteX4" fmla="*/ 79918 w 79917"/>
                  <a:gd name="connsiteY4" fmla="*/ 97080 h 113710"/>
                  <a:gd name="connsiteX5" fmla="*/ 79918 w 79917"/>
                  <a:gd name="connsiteY5" fmla="*/ 113711 h 113710"/>
                  <a:gd name="connsiteX6" fmla="*/ 475 w 79917"/>
                  <a:gd name="connsiteY6" fmla="*/ 113711 h 113710"/>
                  <a:gd name="connsiteX7" fmla="*/ 0 w 79917"/>
                  <a:gd name="connsiteY7" fmla="*/ 91330 h 113710"/>
                  <a:gd name="connsiteX8" fmla="*/ 50935 w 79917"/>
                  <a:gd name="connsiteY8" fmla="*/ 40533 h 113710"/>
                  <a:gd name="connsiteX9" fmla="*/ 41052 w 79917"/>
                  <a:gd name="connsiteY9" fmla="*/ 16774 h 113710"/>
                  <a:gd name="connsiteX10" fmla="*/ 25752 w 79917"/>
                  <a:gd name="connsiteY10" fmla="*/ 33452 h 113710"/>
                  <a:gd name="connsiteX11" fmla="*/ 1235 w 79917"/>
                  <a:gd name="connsiteY11" fmla="*/ 33405 h 113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9917" h="113710">
                    <a:moveTo>
                      <a:pt x="1235" y="33405"/>
                    </a:moveTo>
                    <a:cubicBezTo>
                      <a:pt x="3849" y="21288"/>
                      <a:pt x="8220" y="6937"/>
                      <a:pt x="21761" y="3373"/>
                    </a:cubicBezTo>
                    <a:cubicBezTo>
                      <a:pt x="43380" y="-5132"/>
                      <a:pt x="79063" y="1948"/>
                      <a:pt x="79538" y="30316"/>
                    </a:cubicBezTo>
                    <a:cubicBezTo>
                      <a:pt x="77495" y="61441"/>
                      <a:pt x="45376" y="76694"/>
                      <a:pt x="25847" y="96842"/>
                    </a:cubicBezTo>
                    <a:cubicBezTo>
                      <a:pt x="43855" y="97174"/>
                      <a:pt x="61910" y="97080"/>
                      <a:pt x="79918" y="97080"/>
                    </a:cubicBezTo>
                    <a:cubicBezTo>
                      <a:pt x="79918" y="101214"/>
                      <a:pt x="79918" y="109529"/>
                      <a:pt x="79918" y="113711"/>
                    </a:cubicBezTo>
                    <a:cubicBezTo>
                      <a:pt x="53405" y="113711"/>
                      <a:pt x="26940" y="113711"/>
                      <a:pt x="475" y="113711"/>
                    </a:cubicBezTo>
                    <a:cubicBezTo>
                      <a:pt x="333" y="106250"/>
                      <a:pt x="143" y="98790"/>
                      <a:pt x="0" y="91330"/>
                    </a:cubicBezTo>
                    <a:cubicBezTo>
                      <a:pt x="17200" y="74651"/>
                      <a:pt x="37203" y="60443"/>
                      <a:pt x="50935" y="40533"/>
                    </a:cubicBezTo>
                    <a:cubicBezTo>
                      <a:pt x="58062" y="32075"/>
                      <a:pt x="53215" y="16346"/>
                      <a:pt x="41052" y="16774"/>
                    </a:cubicBezTo>
                    <a:cubicBezTo>
                      <a:pt x="31597" y="16869"/>
                      <a:pt x="29791" y="27038"/>
                      <a:pt x="25752" y="33452"/>
                    </a:cubicBezTo>
                    <a:cubicBezTo>
                      <a:pt x="17533" y="33500"/>
                      <a:pt x="9360" y="33452"/>
                      <a:pt x="1235" y="33405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F8BC603D-7036-8B2A-1E4F-062921FA5228}"/>
                  </a:ext>
                </a:extLst>
              </p:cNvPr>
              <p:cNvSpPr/>
              <p:nvPr/>
            </p:nvSpPr>
            <p:spPr>
              <a:xfrm>
                <a:off x="1469645" y="3681241"/>
                <a:ext cx="80608" cy="115093"/>
              </a:xfrm>
              <a:custGeom>
                <a:avLst/>
                <a:gdLst>
                  <a:gd name="connsiteX0" fmla="*/ 2184 w 80608"/>
                  <a:gd name="connsiteY0" fmla="*/ 25787 h 115093"/>
                  <a:gd name="connsiteX1" fmla="*/ 71317 w 80608"/>
                  <a:gd name="connsiteY1" fmla="*/ 9726 h 115093"/>
                  <a:gd name="connsiteX2" fmla="*/ 60721 w 80608"/>
                  <a:gd name="connsiteY2" fmla="*/ 54726 h 115093"/>
                  <a:gd name="connsiteX3" fmla="*/ 72029 w 80608"/>
                  <a:gd name="connsiteY3" fmla="*/ 104050 h 115093"/>
                  <a:gd name="connsiteX4" fmla="*/ 7031 w 80608"/>
                  <a:gd name="connsiteY4" fmla="*/ 102862 h 115093"/>
                  <a:gd name="connsiteX5" fmla="*/ 21380 w 80608"/>
                  <a:gd name="connsiteY5" fmla="*/ 55153 h 115093"/>
                  <a:gd name="connsiteX6" fmla="*/ 2184 w 80608"/>
                  <a:gd name="connsiteY6" fmla="*/ 25787 h 115093"/>
                  <a:gd name="connsiteX7" fmla="*/ 33591 w 80608"/>
                  <a:gd name="connsiteY7" fmla="*/ 18184 h 115093"/>
                  <a:gd name="connsiteX8" fmla="*/ 36584 w 80608"/>
                  <a:gd name="connsiteY8" fmla="*/ 44794 h 115093"/>
                  <a:gd name="connsiteX9" fmla="*/ 56112 w 80608"/>
                  <a:gd name="connsiteY9" fmla="*/ 30539 h 115093"/>
                  <a:gd name="connsiteX10" fmla="*/ 33591 w 80608"/>
                  <a:gd name="connsiteY10" fmla="*/ 18184 h 115093"/>
                  <a:gd name="connsiteX11" fmla="*/ 29315 w 80608"/>
                  <a:gd name="connsiteY11" fmla="*/ 69979 h 115093"/>
                  <a:gd name="connsiteX12" fmla="*/ 41193 w 80608"/>
                  <a:gd name="connsiteY12" fmla="*/ 99345 h 115093"/>
                  <a:gd name="connsiteX13" fmla="*/ 54402 w 80608"/>
                  <a:gd name="connsiteY13" fmla="*/ 74208 h 115093"/>
                  <a:gd name="connsiteX14" fmla="*/ 29315 w 80608"/>
                  <a:gd name="connsiteY14" fmla="*/ 69979 h 115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0608" h="115093">
                    <a:moveTo>
                      <a:pt x="2184" y="25787"/>
                    </a:moveTo>
                    <a:cubicBezTo>
                      <a:pt x="9121" y="-3294"/>
                      <a:pt x="50791" y="-6478"/>
                      <a:pt x="71317" y="9726"/>
                    </a:cubicBezTo>
                    <a:cubicBezTo>
                      <a:pt x="86141" y="23174"/>
                      <a:pt x="78776" y="48216"/>
                      <a:pt x="60721" y="54726"/>
                    </a:cubicBezTo>
                    <a:cubicBezTo>
                      <a:pt x="81009" y="61806"/>
                      <a:pt x="87519" y="88986"/>
                      <a:pt x="72029" y="104050"/>
                    </a:cubicBezTo>
                    <a:cubicBezTo>
                      <a:pt x="54164" y="118733"/>
                      <a:pt x="23946" y="119208"/>
                      <a:pt x="7031" y="102862"/>
                    </a:cubicBezTo>
                    <a:cubicBezTo>
                      <a:pt x="-7223" y="87133"/>
                      <a:pt x="1519" y="61141"/>
                      <a:pt x="21380" y="55153"/>
                    </a:cubicBezTo>
                    <a:cubicBezTo>
                      <a:pt x="10119" y="49879"/>
                      <a:pt x="-1284" y="39662"/>
                      <a:pt x="2184" y="25787"/>
                    </a:cubicBezTo>
                    <a:moveTo>
                      <a:pt x="33591" y="18184"/>
                    </a:moveTo>
                    <a:cubicBezTo>
                      <a:pt x="21142" y="22318"/>
                      <a:pt x="23280" y="43511"/>
                      <a:pt x="36584" y="44794"/>
                    </a:cubicBezTo>
                    <a:cubicBezTo>
                      <a:pt x="45754" y="48121"/>
                      <a:pt x="56920" y="40565"/>
                      <a:pt x="56112" y="30539"/>
                    </a:cubicBezTo>
                    <a:cubicBezTo>
                      <a:pt x="56968" y="18945"/>
                      <a:pt x="42524" y="14335"/>
                      <a:pt x="33591" y="18184"/>
                    </a:cubicBezTo>
                    <a:moveTo>
                      <a:pt x="29315" y="69979"/>
                    </a:moveTo>
                    <a:cubicBezTo>
                      <a:pt x="20667" y="80196"/>
                      <a:pt x="26131" y="100106"/>
                      <a:pt x="41193" y="99345"/>
                    </a:cubicBezTo>
                    <a:cubicBezTo>
                      <a:pt x="53499" y="99060"/>
                      <a:pt x="59391" y="84235"/>
                      <a:pt x="54402" y="74208"/>
                    </a:cubicBezTo>
                    <a:cubicBezTo>
                      <a:pt x="51028" y="63849"/>
                      <a:pt x="35967" y="61901"/>
                      <a:pt x="29315" y="69979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96ACE077-FCD8-165A-DCF7-397A78398DA4}"/>
                  </a:ext>
                </a:extLst>
              </p:cNvPr>
              <p:cNvSpPr/>
              <p:nvPr/>
            </p:nvSpPr>
            <p:spPr>
              <a:xfrm>
                <a:off x="301426" y="3736775"/>
                <a:ext cx="202123" cy="177148"/>
              </a:xfrm>
              <a:custGeom>
                <a:avLst/>
                <a:gdLst>
                  <a:gd name="connsiteX0" fmla="*/ 0 w 202123"/>
                  <a:gd name="connsiteY0" fmla="*/ 14018 h 177148"/>
                  <a:gd name="connsiteX1" fmla="*/ 191290 w 202123"/>
                  <a:gd name="connsiteY1" fmla="*/ 0 h 177148"/>
                  <a:gd name="connsiteX2" fmla="*/ 202123 w 202123"/>
                  <a:gd name="connsiteY2" fmla="*/ 25090 h 177148"/>
                  <a:gd name="connsiteX3" fmla="*/ 70985 w 202123"/>
                  <a:gd name="connsiteY3" fmla="*/ 177148 h 177148"/>
                  <a:gd name="connsiteX4" fmla="*/ 59059 w 202123"/>
                  <a:gd name="connsiteY4" fmla="*/ 150110 h 177148"/>
                  <a:gd name="connsiteX5" fmla="*/ 99446 w 202123"/>
                  <a:gd name="connsiteY5" fmla="*/ 105443 h 177148"/>
                  <a:gd name="connsiteX6" fmla="*/ 67945 w 202123"/>
                  <a:gd name="connsiteY6" fmla="*/ 34166 h 177148"/>
                  <a:gd name="connsiteX7" fmla="*/ 10596 w 202123"/>
                  <a:gd name="connsiteY7" fmla="*/ 39345 h 177148"/>
                  <a:gd name="connsiteX8" fmla="*/ 0 w 202123"/>
                  <a:gd name="connsiteY8" fmla="*/ 14018 h 177148"/>
                  <a:gd name="connsiteX9" fmla="*/ 88898 w 202123"/>
                  <a:gd name="connsiteY9" fmla="*/ 31837 h 177148"/>
                  <a:gd name="connsiteX10" fmla="*/ 114128 w 202123"/>
                  <a:gd name="connsiteY10" fmla="*/ 89287 h 177148"/>
                  <a:gd name="connsiteX11" fmla="*/ 177749 w 202123"/>
                  <a:gd name="connsiteY11" fmla="*/ 21573 h 177148"/>
                  <a:gd name="connsiteX12" fmla="*/ 88898 w 202123"/>
                  <a:gd name="connsiteY12" fmla="*/ 31837 h 17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2123" h="177148">
                    <a:moveTo>
                      <a:pt x="0" y="14018"/>
                    </a:moveTo>
                    <a:cubicBezTo>
                      <a:pt x="63811" y="9741"/>
                      <a:pt x="127527" y="4419"/>
                      <a:pt x="191290" y="0"/>
                    </a:cubicBezTo>
                    <a:cubicBezTo>
                      <a:pt x="194853" y="8316"/>
                      <a:pt x="198512" y="16727"/>
                      <a:pt x="202123" y="25090"/>
                    </a:cubicBezTo>
                    <a:cubicBezTo>
                      <a:pt x="158268" y="75649"/>
                      <a:pt x="114793" y="126541"/>
                      <a:pt x="70985" y="177148"/>
                    </a:cubicBezTo>
                    <a:cubicBezTo>
                      <a:pt x="66994" y="168120"/>
                      <a:pt x="63003" y="159091"/>
                      <a:pt x="59059" y="150110"/>
                    </a:cubicBezTo>
                    <a:cubicBezTo>
                      <a:pt x="72553" y="135237"/>
                      <a:pt x="86190" y="120554"/>
                      <a:pt x="99446" y="105443"/>
                    </a:cubicBezTo>
                    <a:cubicBezTo>
                      <a:pt x="88565" y="81826"/>
                      <a:pt x="78302" y="57972"/>
                      <a:pt x="67945" y="34166"/>
                    </a:cubicBezTo>
                    <a:cubicBezTo>
                      <a:pt x="48797" y="35639"/>
                      <a:pt x="29696" y="37492"/>
                      <a:pt x="10596" y="39345"/>
                    </a:cubicBezTo>
                    <a:cubicBezTo>
                      <a:pt x="7032" y="30934"/>
                      <a:pt x="3564" y="22429"/>
                      <a:pt x="0" y="14018"/>
                    </a:cubicBezTo>
                    <a:moveTo>
                      <a:pt x="88898" y="31837"/>
                    </a:moveTo>
                    <a:cubicBezTo>
                      <a:pt x="97308" y="50987"/>
                      <a:pt x="105813" y="70089"/>
                      <a:pt x="114128" y="89287"/>
                    </a:cubicBezTo>
                    <a:cubicBezTo>
                      <a:pt x="135176" y="66573"/>
                      <a:pt x="155132" y="42814"/>
                      <a:pt x="177749" y="21573"/>
                    </a:cubicBezTo>
                    <a:cubicBezTo>
                      <a:pt x="148528" y="27893"/>
                      <a:pt x="118547" y="28986"/>
                      <a:pt x="88898" y="31837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CD5BBDCE-074E-4861-E2E2-94F915553526}"/>
                  </a:ext>
                </a:extLst>
              </p:cNvPr>
              <p:cNvSpPr/>
              <p:nvPr/>
            </p:nvSpPr>
            <p:spPr>
              <a:xfrm>
                <a:off x="2125855" y="3828628"/>
                <a:ext cx="195803" cy="176672"/>
              </a:xfrm>
              <a:custGeom>
                <a:avLst/>
                <a:gdLst>
                  <a:gd name="connsiteX0" fmla="*/ 75404 w 195803"/>
                  <a:gd name="connsiteY0" fmla="*/ 0 h 176672"/>
                  <a:gd name="connsiteX1" fmla="*/ 93839 w 195803"/>
                  <a:gd name="connsiteY1" fmla="*/ 12070 h 176672"/>
                  <a:gd name="connsiteX2" fmla="*/ 62480 w 195803"/>
                  <a:gd name="connsiteY2" fmla="*/ 65433 h 176672"/>
                  <a:gd name="connsiteX3" fmla="*/ 195804 w 195803"/>
                  <a:gd name="connsiteY3" fmla="*/ 154767 h 176672"/>
                  <a:gd name="connsiteX4" fmla="*/ 182928 w 195803"/>
                  <a:gd name="connsiteY4" fmla="*/ 176673 h 176672"/>
                  <a:gd name="connsiteX5" fmla="*/ 49604 w 195803"/>
                  <a:gd name="connsiteY5" fmla="*/ 87814 h 176672"/>
                  <a:gd name="connsiteX6" fmla="*/ 18340 w 195803"/>
                  <a:gd name="connsiteY6" fmla="*/ 140797 h 176672"/>
                  <a:gd name="connsiteX7" fmla="*/ 0 w 195803"/>
                  <a:gd name="connsiteY7" fmla="*/ 129107 h 176672"/>
                  <a:gd name="connsiteX8" fmla="*/ 75404 w 195803"/>
                  <a:gd name="connsiteY8" fmla="*/ 0 h 176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5803" h="176672">
                    <a:moveTo>
                      <a:pt x="75404" y="0"/>
                    </a:moveTo>
                    <a:cubicBezTo>
                      <a:pt x="81533" y="3992"/>
                      <a:pt x="87663" y="8031"/>
                      <a:pt x="93839" y="12070"/>
                    </a:cubicBezTo>
                    <a:cubicBezTo>
                      <a:pt x="83386" y="29841"/>
                      <a:pt x="73028" y="47708"/>
                      <a:pt x="62480" y="65433"/>
                    </a:cubicBezTo>
                    <a:cubicBezTo>
                      <a:pt x="106763" y="95464"/>
                      <a:pt x="151473" y="124830"/>
                      <a:pt x="195804" y="154767"/>
                    </a:cubicBezTo>
                    <a:cubicBezTo>
                      <a:pt x="191480" y="162085"/>
                      <a:pt x="187204" y="169355"/>
                      <a:pt x="182928" y="176673"/>
                    </a:cubicBezTo>
                    <a:cubicBezTo>
                      <a:pt x="138502" y="147069"/>
                      <a:pt x="94077" y="117418"/>
                      <a:pt x="49604" y="87814"/>
                    </a:cubicBezTo>
                    <a:cubicBezTo>
                      <a:pt x="39151" y="105443"/>
                      <a:pt x="28746" y="123167"/>
                      <a:pt x="18340" y="140797"/>
                    </a:cubicBezTo>
                    <a:cubicBezTo>
                      <a:pt x="12211" y="136900"/>
                      <a:pt x="6082" y="132956"/>
                      <a:pt x="0" y="129107"/>
                    </a:cubicBezTo>
                    <a:cubicBezTo>
                      <a:pt x="24659" y="85818"/>
                      <a:pt x="50269" y="43052"/>
                      <a:pt x="75404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0B6D9E8B-4E26-3B52-827A-5FA8309CF61F}"/>
                  </a:ext>
                </a:extLst>
              </p:cNvPr>
              <p:cNvSpPr/>
              <p:nvPr/>
            </p:nvSpPr>
            <p:spPr>
              <a:xfrm>
                <a:off x="399114" y="3834140"/>
                <a:ext cx="227780" cy="233552"/>
              </a:xfrm>
              <a:custGeom>
                <a:avLst/>
                <a:gdLst>
                  <a:gd name="connsiteX0" fmla="*/ 0 w 227780"/>
                  <a:gd name="connsiteY0" fmla="*/ 110147 h 233552"/>
                  <a:gd name="connsiteX1" fmla="*/ 147007 w 227780"/>
                  <a:gd name="connsiteY1" fmla="*/ 0 h 233552"/>
                  <a:gd name="connsiteX2" fmla="*/ 161071 w 227780"/>
                  <a:gd name="connsiteY2" fmla="*/ 21858 h 233552"/>
                  <a:gd name="connsiteX3" fmla="*/ 100586 w 227780"/>
                  <a:gd name="connsiteY3" fmla="*/ 188315 h 233552"/>
                  <a:gd name="connsiteX4" fmla="*/ 214334 w 227780"/>
                  <a:gd name="connsiteY4" fmla="*/ 103400 h 233552"/>
                  <a:gd name="connsiteX5" fmla="*/ 227780 w 227780"/>
                  <a:gd name="connsiteY5" fmla="*/ 124118 h 233552"/>
                  <a:gd name="connsiteX6" fmla="*/ 81201 w 227780"/>
                  <a:gd name="connsiteY6" fmla="*/ 233552 h 233552"/>
                  <a:gd name="connsiteX7" fmla="*/ 66757 w 227780"/>
                  <a:gd name="connsiteY7" fmla="*/ 212502 h 233552"/>
                  <a:gd name="connsiteX8" fmla="*/ 127479 w 227780"/>
                  <a:gd name="connsiteY8" fmla="*/ 45095 h 233552"/>
                  <a:gd name="connsiteX9" fmla="*/ 13494 w 227780"/>
                  <a:gd name="connsiteY9" fmla="*/ 130390 h 233552"/>
                  <a:gd name="connsiteX10" fmla="*/ 0 w 227780"/>
                  <a:gd name="connsiteY10" fmla="*/ 110147 h 233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27780" h="233552">
                    <a:moveTo>
                      <a:pt x="0" y="110147"/>
                    </a:moveTo>
                    <a:cubicBezTo>
                      <a:pt x="48987" y="73416"/>
                      <a:pt x="97878" y="36589"/>
                      <a:pt x="147007" y="0"/>
                    </a:cubicBezTo>
                    <a:cubicBezTo>
                      <a:pt x="151664" y="7270"/>
                      <a:pt x="156367" y="14541"/>
                      <a:pt x="161071" y="21858"/>
                    </a:cubicBezTo>
                    <a:cubicBezTo>
                      <a:pt x="140973" y="77360"/>
                      <a:pt x="120590" y="132766"/>
                      <a:pt x="100586" y="188315"/>
                    </a:cubicBezTo>
                    <a:cubicBezTo>
                      <a:pt x="138597" y="160136"/>
                      <a:pt x="176418" y="131721"/>
                      <a:pt x="214334" y="103400"/>
                    </a:cubicBezTo>
                    <a:cubicBezTo>
                      <a:pt x="218848" y="110290"/>
                      <a:pt x="223314" y="117180"/>
                      <a:pt x="227780" y="124118"/>
                    </a:cubicBezTo>
                    <a:cubicBezTo>
                      <a:pt x="178936" y="160612"/>
                      <a:pt x="129997" y="196963"/>
                      <a:pt x="81201" y="233552"/>
                    </a:cubicBezTo>
                    <a:cubicBezTo>
                      <a:pt x="76402" y="226520"/>
                      <a:pt x="71603" y="219487"/>
                      <a:pt x="66757" y="212502"/>
                    </a:cubicBezTo>
                    <a:cubicBezTo>
                      <a:pt x="86475" y="156478"/>
                      <a:pt x="107381" y="100929"/>
                      <a:pt x="127479" y="45095"/>
                    </a:cubicBezTo>
                    <a:cubicBezTo>
                      <a:pt x="89468" y="73511"/>
                      <a:pt x="51362" y="101784"/>
                      <a:pt x="13494" y="130390"/>
                    </a:cubicBezTo>
                    <a:cubicBezTo>
                      <a:pt x="8980" y="123595"/>
                      <a:pt x="4514" y="116847"/>
                      <a:pt x="0" y="110147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713EBF2A-2F1B-499A-45BB-5FA67517291B}"/>
                  </a:ext>
                </a:extLst>
              </p:cNvPr>
              <p:cNvSpPr/>
              <p:nvPr/>
            </p:nvSpPr>
            <p:spPr>
              <a:xfrm>
                <a:off x="2092168" y="3955644"/>
                <a:ext cx="145724" cy="151773"/>
              </a:xfrm>
              <a:custGeom>
                <a:avLst/>
                <a:gdLst>
                  <a:gd name="connsiteX0" fmla="*/ 0 w 145724"/>
                  <a:gd name="connsiteY0" fmla="*/ 18580 h 151773"/>
                  <a:gd name="connsiteX1" fmla="*/ 16820 w 145724"/>
                  <a:gd name="connsiteY1" fmla="*/ 0 h 151773"/>
                  <a:gd name="connsiteX2" fmla="*/ 145724 w 145724"/>
                  <a:gd name="connsiteY2" fmla="*/ 132671 h 151773"/>
                  <a:gd name="connsiteX3" fmla="*/ 128715 w 145724"/>
                  <a:gd name="connsiteY3" fmla="*/ 151773 h 151773"/>
                  <a:gd name="connsiteX4" fmla="*/ 0 w 145724"/>
                  <a:gd name="connsiteY4" fmla="*/ 18580 h 151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724" h="151773">
                    <a:moveTo>
                      <a:pt x="0" y="18580"/>
                    </a:moveTo>
                    <a:cubicBezTo>
                      <a:pt x="5607" y="12355"/>
                      <a:pt x="11213" y="6177"/>
                      <a:pt x="16820" y="0"/>
                    </a:cubicBezTo>
                    <a:cubicBezTo>
                      <a:pt x="59772" y="44240"/>
                      <a:pt x="102582" y="88622"/>
                      <a:pt x="145724" y="132671"/>
                    </a:cubicBezTo>
                    <a:cubicBezTo>
                      <a:pt x="140023" y="139039"/>
                      <a:pt x="134369" y="145406"/>
                      <a:pt x="128715" y="151773"/>
                    </a:cubicBezTo>
                    <a:cubicBezTo>
                      <a:pt x="86000" y="107201"/>
                      <a:pt x="42715" y="63152"/>
                      <a:pt x="0" y="1858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D9BCD291-8D43-F66B-6ED6-1BB643237D97}"/>
                  </a:ext>
                </a:extLst>
              </p:cNvPr>
              <p:cNvSpPr/>
              <p:nvPr/>
            </p:nvSpPr>
            <p:spPr>
              <a:xfrm>
                <a:off x="523362" y="3972846"/>
                <a:ext cx="225119" cy="242580"/>
              </a:xfrm>
              <a:custGeom>
                <a:avLst/>
                <a:gdLst>
                  <a:gd name="connsiteX0" fmla="*/ 0 w 225119"/>
                  <a:gd name="connsiteY0" fmla="*/ 139514 h 242580"/>
                  <a:gd name="connsiteX1" fmla="*/ 122253 w 225119"/>
                  <a:gd name="connsiteY1" fmla="*/ 0 h 242580"/>
                  <a:gd name="connsiteX2" fmla="*/ 139880 w 225119"/>
                  <a:gd name="connsiteY2" fmla="*/ 17629 h 242580"/>
                  <a:gd name="connsiteX3" fmla="*/ 89991 w 225119"/>
                  <a:gd name="connsiteY3" fmla="*/ 74319 h 242580"/>
                  <a:gd name="connsiteX4" fmla="*/ 157318 w 225119"/>
                  <a:gd name="connsiteY4" fmla="*/ 141937 h 242580"/>
                  <a:gd name="connsiteX5" fmla="*/ 207872 w 225119"/>
                  <a:gd name="connsiteY5" fmla="*/ 84630 h 242580"/>
                  <a:gd name="connsiteX6" fmla="*/ 225120 w 225119"/>
                  <a:gd name="connsiteY6" fmla="*/ 102497 h 242580"/>
                  <a:gd name="connsiteX7" fmla="*/ 102915 w 225119"/>
                  <a:gd name="connsiteY7" fmla="*/ 242581 h 242580"/>
                  <a:gd name="connsiteX8" fmla="*/ 84859 w 225119"/>
                  <a:gd name="connsiteY8" fmla="*/ 224381 h 242580"/>
                  <a:gd name="connsiteX9" fmla="*/ 141448 w 225119"/>
                  <a:gd name="connsiteY9" fmla="*/ 159519 h 242580"/>
                  <a:gd name="connsiteX10" fmla="*/ 75167 w 225119"/>
                  <a:gd name="connsiteY10" fmla="*/ 91900 h 242580"/>
                  <a:gd name="connsiteX11" fmla="*/ 17628 w 225119"/>
                  <a:gd name="connsiteY11" fmla="*/ 157903 h 242580"/>
                  <a:gd name="connsiteX12" fmla="*/ 0 w 225119"/>
                  <a:gd name="connsiteY12" fmla="*/ 139514 h 242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5119" h="242580">
                    <a:moveTo>
                      <a:pt x="0" y="139514"/>
                    </a:moveTo>
                    <a:cubicBezTo>
                      <a:pt x="40767" y="92993"/>
                      <a:pt x="81438" y="46425"/>
                      <a:pt x="122253" y="0"/>
                    </a:cubicBezTo>
                    <a:cubicBezTo>
                      <a:pt x="128144" y="5845"/>
                      <a:pt x="133988" y="11689"/>
                      <a:pt x="139880" y="17629"/>
                    </a:cubicBezTo>
                    <a:cubicBezTo>
                      <a:pt x="123203" y="36494"/>
                      <a:pt x="106811" y="55596"/>
                      <a:pt x="89991" y="74319"/>
                    </a:cubicBezTo>
                    <a:cubicBezTo>
                      <a:pt x="112180" y="97127"/>
                      <a:pt x="134891" y="119366"/>
                      <a:pt x="157318" y="141937"/>
                    </a:cubicBezTo>
                    <a:cubicBezTo>
                      <a:pt x="174233" y="122882"/>
                      <a:pt x="190482" y="103257"/>
                      <a:pt x="207872" y="84630"/>
                    </a:cubicBezTo>
                    <a:cubicBezTo>
                      <a:pt x="213621" y="90570"/>
                      <a:pt x="219371" y="96510"/>
                      <a:pt x="225120" y="102497"/>
                    </a:cubicBezTo>
                    <a:cubicBezTo>
                      <a:pt x="184210" y="149065"/>
                      <a:pt x="143681" y="195918"/>
                      <a:pt x="102915" y="242581"/>
                    </a:cubicBezTo>
                    <a:cubicBezTo>
                      <a:pt x="96880" y="236498"/>
                      <a:pt x="90846" y="230416"/>
                      <a:pt x="84859" y="224381"/>
                    </a:cubicBezTo>
                    <a:cubicBezTo>
                      <a:pt x="103627" y="202665"/>
                      <a:pt x="123155" y="181615"/>
                      <a:pt x="141448" y="159519"/>
                    </a:cubicBezTo>
                    <a:cubicBezTo>
                      <a:pt x="120922" y="135570"/>
                      <a:pt x="96975" y="114709"/>
                      <a:pt x="75167" y="91900"/>
                    </a:cubicBezTo>
                    <a:cubicBezTo>
                      <a:pt x="55924" y="113854"/>
                      <a:pt x="36823" y="135902"/>
                      <a:pt x="17628" y="157903"/>
                    </a:cubicBezTo>
                    <a:cubicBezTo>
                      <a:pt x="11783" y="151726"/>
                      <a:pt x="5892" y="145596"/>
                      <a:pt x="0" y="139514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F05BE203-DE36-C186-A162-92594C47091D}"/>
                  </a:ext>
                </a:extLst>
              </p:cNvPr>
              <p:cNvSpPr/>
              <p:nvPr/>
            </p:nvSpPr>
            <p:spPr>
              <a:xfrm>
                <a:off x="1980776" y="4029370"/>
                <a:ext cx="178887" cy="193526"/>
              </a:xfrm>
              <a:custGeom>
                <a:avLst/>
                <a:gdLst>
                  <a:gd name="connsiteX0" fmla="*/ 4676 w 178887"/>
                  <a:gd name="connsiteY0" fmla="*/ 52103 h 193526"/>
                  <a:gd name="connsiteX1" fmla="*/ 71575 w 178887"/>
                  <a:gd name="connsiteY1" fmla="*/ 260 h 193526"/>
                  <a:gd name="connsiteX2" fmla="*/ 114385 w 178887"/>
                  <a:gd name="connsiteY2" fmla="*/ 18888 h 193526"/>
                  <a:gd name="connsiteX3" fmla="*/ 97803 w 178887"/>
                  <a:gd name="connsiteY3" fmla="*/ 35757 h 193526"/>
                  <a:gd name="connsiteX4" fmla="*/ 62833 w 178887"/>
                  <a:gd name="connsiteY4" fmla="*/ 25730 h 193526"/>
                  <a:gd name="connsiteX5" fmla="*/ 25535 w 178887"/>
                  <a:gd name="connsiteY5" fmla="*/ 58946 h 193526"/>
                  <a:gd name="connsiteX6" fmla="*/ 43495 w 178887"/>
                  <a:gd name="connsiteY6" fmla="*/ 95915 h 193526"/>
                  <a:gd name="connsiteX7" fmla="*/ 128639 w 178887"/>
                  <a:gd name="connsiteY7" fmla="*/ 61844 h 193526"/>
                  <a:gd name="connsiteX8" fmla="*/ 178814 w 178887"/>
                  <a:gd name="connsiteY8" fmla="*/ 110265 h 193526"/>
                  <a:gd name="connsiteX9" fmla="*/ 142751 w 178887"/>
                  <a:gd name="connsiteY9" fmla="*/ 175745 h 193526"/>
                  <a:gd name="connsiteX10" fmla="*/ 86447 w 178887"/>
                  <a:gd name="connsiteY10" fmla="*/ 192092 h 193526"/>
                  <a:gd name="connsiteX11" fmla="*/ 52998 w 178887"/>
                  <a:gd name="connsiteY11" fmla="*/ 171992 h 193526"/>
                  <a:gd name="connsiteX12" fmla="*/ 68962 w 178887"/>
                  <a:gd name="connsiteY12" fmla="*/ 154457 h 193526"/>
                  <a:gd name="connsiteX13" fmla="*/ 100131 w 178887"/>
                  <a:gd name="connsiteY13" fmla="*/ 168238 h 193526"/>
                  <a:gd name="connsiteX14" fmla="*/ 155437 w 178887"/>
                  <a:gd name="connsiteY14" fmla="*/ 122763 h 193526"/>
                  <a:gd name="connsiteX15" fmla="*/ 133723 w 178887"/>
                  <a:gd name="connsiteY15" fmla="*/ 87837 h 193526"/>
                  <a:gd name="connsiteX16" fmla="*/ 38886 w 178887"/>
                  <a:gd name="connsiteY16" fmla="*/ 121194 h 193526"/>
                  <a:gd name="connsiteX17" fmla="*/ 4676 w 178887"/>
                  <a:gd name="connsiteY17" fmla="*/ 52103 h 193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8887" h="193526">
                    <a:moveTo>
                      <a:pt x="4676" y="52103"/>
                    </a:moveTo>
                    <a:cubicBezTo>
                      <a:pt x="17267" y="26253"/>
                      <a:pt x="41974" y="3064"/>
                      <a:pt x="71575" y="260"/>
                    </a:cubicBezTo>
                    <a:cubicBezTo>
                      <a:pt x="88348" y="-1735"/>
                      <a:pt x="102744" y="8053"/>
                      <a:pt x="114385" y="18888"/>
                    </a:cubicBezTo>
                    <a:cubicBezTo>
                      <a:pt x="108826" y="24495"/>
                      <a:pt x="103314" y="30102"/>
                      <a:pt x="97803" y="35757"/>
                    </a:cubicBezTo>
                    <a:cubicBezTo>
                      <a:pt x="87350" y="29627"/>
                      <a:pt x="75614" y="20693"/>
                      <a:pt x="62833" y="25730"/>
                    </a:cubicBezTo>
                    <a:cubicBezTo>
                      <a:pt x="47011" y="31717"/>
                      <a:pt x="33469" y="44072"/>
                      <a:pt x="25535" y="58946"/>
                    </a:cubicBezTo>
                    <a:cubicBezTo>
                      <a:pt x="17647" y="72916"/>
                      <a:pt x="25630" y="96152"/>
                      <a:pt x="43495" y="95915"/>
                    </a:cubicBezTo>
                    <a:cubicBezTo>
                      <a:pt x="73809" y="89785"/>
                      <a:pt x="97613" y="65646"/>
                      <a:pt x="128639" y="61844"/>
                    </a:cubicBezTo>
                    <a:cubicBezTo>
                      <a:pt x="155912" y="58138"/>
                      <a:pt x="178529" y="84415"/>
                      <a:pt x="178814" y="110265"/>
                    </a:cubicBezTo>
                    <a:cubicBezTo>
                      <a:pt x="180144" y="136875"/>
                      <a:pt x="163324" y="160492"/>
                      <a:pt x="142751" y="175745"/>
                    </a:cubicBezTo>
                    <a:cubicBezTo>
                      <a:pt x="127166" y="188243"/>
                      <a:pt x="106593" y="197129"/>
                      <a:pt x="86447" y="192092"/>
                    </a:cubicBezTo>
                    <a:cubicBezTo>
                      <a:pt x="73048" y="189906"/>
                      <a:pt x="62833" y="180497"/>
                      <a:pt x="52998" y="171992"/>
                    </a:cubicBezTo>
                    <a:cubicBezTo>
                      <a:pt x="58272" y="166099"/>
                      <a:pt x="63593" y="160302"/>
                      <a:pt x="68962" y="154457"/>
                    </a:cubicBezTo>
                    <a:cubicBezTo>
                      <a:pt x="78465" y="160444"/>
                      <a:pt x="87968" y="169140"/>
                      <a:pt x="100131" y="168238"/>
                    </a:cubicBezTo>
                    <a:cubicBezTo>
                      <a:pt x="125218" y="165672"/>
                      <a:pt x="147550" y="146522"/>
                      <a:pt x="155437" y="122763"/>
                    </a:cubicBezTo>
                    <a:cubicBezTo>
                      <a:pt x="160378" y="107937"/>
                      <a:pt x="150448" y="88359"/>
                      <a:pt x="133723" y="87837"/>
                    </a:cubicBezTo>
                    <a:cubicBezTo>
                      <a:pt x="99799" y="91638"/>
                      <a:pt x="74141" y="122810"/>
                      <a:pt x="38886" y="121194"/>
                    </a:cubicBezTo>
                    <a:cubicBezTo>
                      <a:pt x="7147" y="118581"/>
                      <a:pt x="-8485" y="78761"/>
                      <a:pt x="4676" y="52103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FFE8EC50-F39D-804D-476A-4B20F46914C3}"/>
                  </a:ext>
                </a:extLst>
              </p:cNvPr>
              <p:cNvSpPr/>
              <p:nvPr/>
            </p:nvSpPr>
            <p:spPr>
              <a:xfrm>
                <a:off x="700159" y="4091926"/>
                <a:ext cx="196043" cy="219607"/>
              </a:xfrm>
              <a:custGeom>
                <a:avLst/>
                <a:gdLst>
                  <a:gd name="connsiteX0" fmla="*/ 80347 w 196043"/>
                  <a:gd name="connsiteY0" fmla="*/ 0 h 219607"/>
                  <a:gd name="connsiteX1" fmla="*/ 100351 w 196043"/>
                  <a:gd name="connsiteY1" fmla="*/ 14636 h 219607"/>
                  <a:gd name="connsiteX2" fmla="*/ 39771 w 196043"/>
                  <a:gd name="connsiteY2" fmla="*/ 107486 h 219607"/>
                  <a:gd name="connsiteX3" fmla="*/ 24519 w 196043"/>
                  <a:gd name="connsiteY3" fmla="*/ 152106 h 219607"/>
                  <a:gd name="connsiteX4" fmla="*/ 69609 w 196043"/>
                  <a:gd name="connsiteY4" fmla="*/ 194635 h 219607"/>
                  <a:gd name="connsiteX5" fmla="*/ 110994 w 196043"/>
                  <a:gd name="connsiteY5" fmla="*/ 169545 h 219607"/>
                  <a:gd name="connsiteX6" fmla="*/ 176040 w 196043"/>
                  <a:gd name="connsiteY6" fmla="*/ 71372 h 219607"/>
                  <a:gd name="connsiteX7" fmla="*/ 196043 w 196043"/>
                  <a:gd name="connsiteY7" fmla="*/ 86341 h 219607"/>
                  <a:gd name="connsiteX8" fmla="*/ 132707 w 196043"/>
                  <a:gd name="connsiteY8" fmla="*/ 182518 h 219607"/>
                  <a:gd name="connsiteX9" fmla="*/ 83816 w 196043"/>
                  <a:gd name="connsiteY9" fmla="*/ 219392 h 219607"/>
                  <a:gd name="connsiteX10" fmla="*/ 8459 w 196043"/>
                  <a:gd name="connsiteY10" fmla="*/ 175818 h 219607"/>
                  <a:gd name="connsiteX11" fmla="*/ 14256 w 196043"/>
                  <a:gd name="connsiteY11" fmla="*/ 101499 h 219607"/>
                  <a:gd name="connsiteX12" fmla="*/ 80347 w 196043"/>
                  <a:gd name="connsiteY12" fmla="*/ 0 h 219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6043" h="219607">
                    <a:moveTo>
                      <a:pt x="80347" y="0"/>
                    </a:moveTo>
                    <a:cubicBezTo>
                      <a:pt x="86999" y="4894"/>
                      <a:pt x="93651" y="9741"/>
                      <a:pt x="100351" y="14636"/>
                    </a:cubicBezTo>
                    <a:cubicBezTo>
                      <a:pt x="80300" y="45713"/>
                      <a:pt x="59632" y="76314"/>
                      <a:pt x="39771" y="107486"/>
                    </a:cubicBezTo>
                    <a:cubicBezTo>
                      <a:pt x="31931" y="120981"/>
                      <a:pt x="21716" y="135617"/>
                      <a:pt x="24519" y="152106"/>
                    </a:cubicBezTo>
                    <a:cubicBezTo>
                      <a:pt x="28795" y="173964"/>
                      <a:pt x="49179" y="188980"/>
                      <a:pt x="69609" y="194635"/>
                    </a:cubicBezTo>
                    <a:cubicBezTo>
                      <a:pt x="87902" y="199007"/>
                      <a:pt x="101349" y="182518"/>
                      <a:pt x="110994" y="169545"/>
                    </a:cubicBezTo>
                    <a:cubicBezTo>
                      <a:pt x="133278" y="137233"/>
                      <a:pt x="154421" y="104160"/>
                      <a:pt x="176040" y="71372"/>
                    </a:cubicBezTo>
                    <a:cubicBezTo>
                      <a:pt x="182692" y="76362"/>
                      <a:pt x="189344" y="81304"/>
                      <a:pt x="196043" y="86341"/>
                    </a:cubicBezTo>
                    <a:cubicBezTo>
                      <a:pt x="174805" y="118320"/>
                      <a:pt x="154136" y="150680"/>
                      <a:pt x="132707" y="182518"/>
                    </a:cubicBezTo>
                    <a:cubicBezTo>
                      <a:pt x="120829" y="199292"/>
                      <a:pt x="105862" y="217681"/>
                      <a:pt x="83816" y="219392"/>
                    </a:cubicBezTo>
                    <a:cubicBezTo>
                      <a:pt x="52837" y="222005"/>
                      <a:pt x="24757" y="200432"/>
                      <a:pt x="8459" y="175818"/>
                    </a:cubicBezTo>
                    <a:cubicBezTo>
                      <a:pt x="-6840" y="152866"/>
                      <a:pt x="762" y="123310"/>
                      <a:pt x="14256" y="101499"/>
                    </a:cubicBezTo>
                    <a:cubicBezTo>
                      <a:pt x="35400" y="67096"/>
                      <a:pt x="58444" y="33881"/>
                      <a:pt x="80347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75CC137A-EE00-8249-9578-B99AA843117F}"/>
                  </a:ext>
                </a:extLst>
              </p:cNvPr>
              <p:cNvSpPr/>
              <p:nvPr/>
            </p:nvSpPr>
            <p:spPr>
              <a:xfrm>
                <a:off x="1811600" y="4131774"/>
                <a:ext cx="230013" cy="224591"/>
              </a:xfrm>
              <a:custGeom>
                <a:avLst/>
                <a:gdLst>
                  <a:gd name="connsiteX0" fmla="*/ 68610 w 230013"/>
                  <a:gd name="connsiteY0" fmla="*/ 16082 h 224591"/>
                  <a:gd name="connsiteX1" fmla="*/ 115458 w 230013"/>
                  <a:gd name="connsiteY1" fmla="*/ 781 h 224591"/>
                  <a:gd name="connsiteX2" fmla="*/ 152471 w 230013"/>
                  <a:gd name="connsiteY2" fmla="*/ 65976 h 224591"/>
                  <a:gd name="connsiteX3" fmla="*/ 132611 w 230013"/>
                  <a:gd name="connsiteY3" fmla="*/ 96340 h 224591"/>
                  <a:gd name="connsiteX4" fmla="*/ 230014 w 230013"/>
                  <a:gd name="connsiteY4" fmla="*/ 132121 h 224591"/>
                  <a:gd name="connsiteX5" fmla="*/ 204974 w 230013"/>
                  <a:gd name="connsiteY5" fmla="*/ 149988 h 224591"/>
                  <a:gd name="connsiteX6" fmla="*/ 127004 w 230013"/>
                  <a:gd name="connsiteY6" fmla="*/ 115823 h 224591"/>
                  <a:gd name="connsiteX7" fmla="*/ 74929 w 230013"/>
                  <a:gd name="connsiteY7" fmla="*/ 139012 h 224591"/>
                  <a:gd name="connsiteX8" fmla="*/ 117834 w 230013"/>
                  <a:gd name="connsiteY8" fmla="*/ 210289 h 224591"/>
                  <a:gd name="connsiteX9" fmla="*/ 97403 w 230013"/>
                  <a:gd name="connsiteY9" fmla="*/ 224592 h 224591"/>
                  <a:gd name="connsiteX10" fmla="*/ 0 w 230013"/>
                  <a:gd name="connsiteY10" fmla="*/ 63838 h 224591"/>
                  <a:gd name="connsiteX11" fmla="*/ 68610 w 230013"/>
                  <a:gd name="connsiteY11" fmla="*/ 16082 h 224591"/>
                  <a:gd name="connsiteX12" fmla="*/ 90276 w 230013"/>
                  <a:gd name="connsiteY12" fmla="*/ 28864 h 224591"/>
                  <a:gd name="connsiteX13" fmla="*/ 31502 w 230013"/>
                  <a:gd name="connsiteY13" fmla="*/ 68209 h 224591"/>
                  <a:gd name="connsiteX14" fmla="*/ 63193 w 230013"/>
                  <a:gd name="connsiteY14" fmla="*/ 120147 h 224591"/>
                  <a:gd name="connsiteX15" fmla="*/ 115981 w 230013"/>
                  <a:gd name="connsiteY15" fmla="*/ 82512 h 224591"/>
                  <a:gd name="connsiteX16" fmla="*/ 128192 w 230013"/>
                  <a:gd name="connsiteY16" fmla="*/ 44403 h 224591"/>
                  <a:gd name="connsiteX17" fmla="*/ 90276 w 230013"/>
                  <a:gd name="connsiteY17" fmla="*/ 28864 h 22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30013" h="224591">
                    <a:moveTo>
                      <a:pt x="68610" y="16082"/>
                    </a:moveTo>
                    <a:cubicBezTo>
                      <a:pt x="82436" y="7291"/>
                      <a:pt x="98258" y="-2926"/>
                      <a:pt x="115458" y="781"/>
                    </a:cubicBezTo>
                    <a:cubicBezTo>
                      <a:pt x="142921" y="7053"/>
                      <a:pt x="160834" y="39176"/>
                      <a:pt x="152471" y="65976"/>
                    </a:cubicBezTo>
                    <a:cubicBezTo>
                      <a:pt x="149240" y="77951"/>
                      <a:pt x="140545" y="87217"/>
                      <a:pt x="132611" y="96340"/>
                    </a:cubicBezTo>
                    <a:cubicBezTo>
                      <a:pt x="168531" y="95960"/>
                      <a:pt x="198179" y="118864"/>
                      <a:pt x="230014" y="132121"/>
                    </a:cubicBezTo>
                    <a:cubicBezTo>
                      <a:pt x="221651" y="138014"/>
                      <a:pt x="213289" y="143953"/>
                      <a:pt x="204974" y="149988"/>
                    </a:cubicBezTo>
                    <a:cubicBezTo>
                      <a:pt x="178984" y="138584"/>
                      <a:pt x="154467" y="123426"/>
                      <a:pt x="127004" y="115823"/>
                    </a:cubicBezTo>
                    <a:cubicBezTo>
                      <a:pt x="106288" y="110976"/>
                      <a:pt x="91131" y="129603"/>
                      <a:pt x="74929" y="139012"/>
                    </a:cubicBezTo>
                    <a:cubicBezTo>
                      <a:pt x="88755" y="163056"/>
                      <a:pt x="103532" y="186482"/>
                      <a:pt x="117834" y="210289"/>
                    </a:cubicBezTo>
                    <a:cubicBezTo>
                      <a:pt x="110992" y="215041"/>
                      <a:pt x="104197" y="219793"/>
                      <a:pt x="97403" y="224592"/>
                    </a:cubicBezTo>
                    <a:cubicBezTo>
                      <a:pt x="64904" y="171039"/>
                      <a:pt x="32452" y="117438"/>
                      <a:pt x="0" y="63838"/>
                    </a:cubicBezTo>
                    <a:cubicBezTo>
                      <a:pt x="22854" y="47872"/>
                      <a:pt x="45566" y="31715"/>
                      <a:pt x="68610" y="16082"/>
                    </a:cubicBezTo>
                    <a:moveTo>
                      <a:pt x="90276" y="28864"/>
                    </a:moveTo>
                    <a:cubicBezTo>
                      <a:pt x="69275" y="39698"/>
                      <a:pt x="51172" y="55237"/>
                      <a:pt x="31502" y="68209"/>
                    </a:cubicBezTo>
                    <a:cubicBezTo>
                      <a:pt x="42002" y="85553"/>
                      <a:pt x="52455" y="102898"/>
                      <a:pt x="63193" y="120147"/>
                    </a:cubicBezTo>
                    <a:cubicBezTo>
                      <a:pt x="80678" y="107459"/>
                      <a:pt x="99303" y="96293"/>
                      <a:pt x="115981" y="82512"/>
                    </a:cubicBezTo>
                    <a:cubicBezTo>
                      <a:pt x="127099" y="73721"/>
                      <a:pt x="134416" y="58230"/>
                      <a:pt x="128192" y="44403"/>
                    </a:cubicBezTo>
                    <a:cubicBezTo>
                      <a:pt x="123345" y="29149"/>
                      <a:pt x="104530" y="20881"/>
                      <a:pt x="90276" y="28864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05E052A7-6616-7AC4-12E8-289147016D99}"/>
                  </a:ext>
                </a:extLst>
              </p:cNvPr>
              <p:cNvSpPr/>
              <p:nvPr/>
            </p:nvSpPr>
            <p:spPr>
              <a:xfrm>
                <a:off x="854437" y="4194613"/>
                <a:ext cx="113319" cy="177433"/>
              </a:xfrm>
              <a:custGeom>
                <a:avLst/>
                <a:gdLst>
                  <a:gd name="connsiteX0" fmla="*/ 92367 w 113319"/>
                  <a:gd name="connsiteY0" fmla="*/ 0 h 177433"/>
                  <a:gd name="connsiteX1" fmla="*/ 113320 w 113319"/>
                  <a:gd name="connsiteY1" fmla="*/ 13400 h 177433"/>
                  <a:gd name="connsiteX2" fmla="*/ 21524 w 113319"/>
                  <a:gd name="connsiteY2" fmla="*/ 177433 h 177433"/>
                  <a:gd name="connsiteX3" fmla="*/ 0 w 113319"/>
                  <a:gd name="connsiteY3" fmla="*/ 164366 h 177433"/>
                  <a:gd name="connsiteX4" fmla="*/ 92367 w 113319"/>
                  <a:gd name="connsiteY4" fmla="*/ 0 h 177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319" h="177433">
                    <a:moveTo>
                      <a:pt x="92367" y="0"/>
                    </a:moveTo>
                    <a:cubicBezTo>
                      <a:pt x="99351" y="4419"/>
                      <a:pt x="106336" y="8933"/>
                      <a:pt x="113320" y="13400"/>
                    </a:cubicBezTo>
                    <a:cubicBezTo>
                      <a:pt x="82769" y="68094"/>
                      <a:pt x="51552" y="122407"/>
                      <a:pt x="21524" y="177433"/>
                    </a:cubicBezTo>
                    <a:cubicBezTo>
                      <a:pt x="14349" y="173062"/>
                      <a:pt x="7175" y="168737"/>
                      <a:pt x="0" y="164366"/>
                    </a:cubicBezTo>
                    <a:cubicBezTo>
                      <a:pt x="30836" y="109625"/>
                      <a:pt x="61578" y="54789"/>
                      <a:pt x="92367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544D6E52-55E9-C268-4104-A602AABFF2AD}"/>
                  </a:ext>
                </a:extLst>
              </p:cNvPr>
              <p:cNvSpPr/>
              <p:nvPr/>
            </p:nvSpPr>
            <p:spPr>
              <a:xfrm>
                <a:off x="1664640" y="4199745"/>
                <a:ext cx="191289" cy="229275"/>
              </a:xfrm>
              <a:custGeom>
                <a:avLst/>
                <a:gdLst>
                  <a:gd name="connsiteX0" fmla="*/ 0 w 191289"/>
                  <a:gd name="connsiteY0" fmla="*/ 51700 h 229275"/>
                  <a:gd name="connsiteX1" fmla="*/ 120305 w 191289"/>
                  <a:gd name="connsiteY1" fmla="*/ 0 h 229275"/>
                  <a:gd name="connsiteX2" fmla="*/ 128334 w 191289"/>
                  <a:gd name="connsiteY2" fmla="*/ 21241 h 229275"/>
                  <a:gd name="connsiteX3" fmla="*/ 30741 w 191289"/>
                  <a:gd name="connsiteY3" fmla="*/ 63627 h 229275"/>
                  <a:gd name="connsiteX4" fmla="*/ 50935 w 191289"/>
                  <a:gd name="connsiteY4" fmla="*/ 117228 h 229275"/>
                  <a:gd name="connsiteX5" fmla="*/ 142636 w 191289"/>
                  <a:gd name="connsiteY5" fmla="*/ 77550 h 229275"/>
                  <a:gd name="connsiteX6" fmla="*/ 150381 w 191289"/>
                  <a:gd name="connsiteY6" fmla="*/ 99028 h 229275"/>
                  <a:gd name="connsiteX7" fmla="*/ 59012 w 191289"/>
                  <a:gd name="connsiteY7" fmla="*/ 138516 h 229275"/>
                  <a:gd name="connsiteX8" fmla="*/ 81058 w 191289"/>
                  <a:gd name="connsiteY8" fmla="*/ 197723 h 229275"/>
                  <a:gd name="connsiteX9" fmla="*/ 182832 w 191289"/>
                  <a:gd name="connsiteY9" fmla="*/ 154149 h 229275"/>
                  <a:gd name="connsiteX10" fmla="*/ 191290 w 191289"/>
                  <a:gd name="connsiteY10" fmla="*/ 175533 h 229275"/>
                  <a:gd name="connsiteX11" fmla="*/ 67042 w 191289"/>
                  <a:gd name="connsiteY11" fmla="*/ 229276 h 229275"/>
                  <a:gd name="connsiteX12" fmla="*/ 0 w 191289"/>
                  <a:gd name="connsiteY12" fmla="*/ 51700 h 22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1289" h="229275">
                    <a:moveTo>
                      <a:pt x="0" y="51700"/>
                    </a:moveTo>
                    <a:cubicBezTo>
                      <a:pt x="40102" y="34451"/>
                      <a:pt x="80155" y="17154"/>
                      <a:pt x="120305" y="0"/>
                    </a:cubicBezTo>
                    <a:cubicBezTo>
                      <a:pt x="122965" y="7080"/>
                      <a:pt x="125626" y="14160"/>
                      <a:pt x="128334" y="21241"/>
                    </a:cubicBezTo>
                    <a:cubicBezTo>
                      <a:pt x="95788" y="35401"/>
                      <a:pt x="63241" y="49419"/>
                      <a:pt x="30741" y="63627"/>
                    </a:cubicBezTo>
                    <a:cubicBezTo>
                      <a:pt x="37393" y="81494"/>
                      <a:pt x="44188" y="99361"/>
                      <a:pt x="50935" y="117228"/>
                    </a:cubicBezTo>
                    <a:cubicBezTo>
                      <a:pt x="81486" y="104017"/>
                      <a:pt x="111895" y="90380"/>
                      <a:pt x="142636" y="77550"/>
                    </a:cubicBezTo>
                    <a:cubicBezTo>
                      <a:pt x="145154" y="84630"/>
                      <a:pt x="147767" y="91853"/>
                      <a:pt x="150381" y="99028"/>
                    </a:cubicBezTo>
                    <a:cubicBezTo>
                      <a:pt x="119877" y="112048"/>
                      <a:pt x="89468" y="125306"/>
                      <a:pt x="59012" y="138516"/>
                    </a:cubicBezTo>
                    <a:cubicBezTo>
                      <a:pt x="66424" y="158236"/>
                      <a:pt x="73979" y="177861"/>
                      <a:pt x="81058" y="197723"/>
                    </a:cubicBezTo>
                    <a:cubicBezTo>
                      <a:pt x="115173" y="183611"/>
                      <a:pt x="148908" y="168642"/>
                      <a:pt x="182832" y="154149"/>
                    </a:cubicBezTo>
                    <a:cubicBezTo>
                      <a:pt x="185636" y="161277"/>
                      <a:pt x="188439" y="168357"/>
                      <a:pt x="191290" y="175533"/>
                    </a:cubicBezTo>
                    <a:cubicBezTo>
                      <a:pt x="150048" y="193827"/>
                      <a:pt x="108474" y="211456"/>
                      <a:pt x="67042" y="229276"/>
                    </a:cubicBezTo>
                    <a:cubicBezTo>
                      <a:pt x="44805" y="170020"/>
                      <a:pt x="22284" y="110908"/>
                      <a:pt x="0" y="5170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69A0F511-BC71-AD6A-EE78-D065790DEA31}"/>
                  </a:ext>
                </a:extLst>
              </p:cNvPr>
              <p:cNvSpPr/>
              <p:nvPr/>
            </p:nvSpPr>
            <p:spPr>
              <a:xfrm>
                <a:off x="1066480" y="4253584"/>
                <a:ext cx="166450" cy="210233"/>
              </a:xfrm>
              <a:custGeom>
                <a:avLst/>
                <a:gdLst>
                  <a:gd name="connsiteX0" fmla="*/ 29422 w 166450"/>
                  <a:gd name="connsiteY0" fmla="*/ 0 h 210233"/>
                  <a:gd name="connsiteX1" fmla="*/ 53083 w 166450"/>
                  <a:gd name="connsiteY1" fmla="*/ 5512 h 210233"/>
                  <a:gd name="connsiteX2" fmla="*/ 24005 w 166450"/>
                  <a:gd name="connsiteY2" fmla="*/ 142412 h 210233"/>
                  <a:gd name="connsiteX3" fmla="*/ 87863 w 166450"/>
                  <a:gd name="connsiteY3" fmla="*/ 184941 h 210233"/>
                  <a:gd name="connsiteX4" fmla="*/ 117654 w 166450"/>
                  <a:gd name="connsiteY4" fmla="*/ 138706 h 210233"/>
                  <a:gd name="connsiteX5" fmla="*/ 143027 w 166450"/>
                  <a:gd name="connsiteY5" fmla="*/ 29889 h 210233"/>
                  <a:gd name="connsiteX6" fmla="*/ 166451 w 166450"/>
                  <a:gd name="connsiteY6" fmla="*/ 36209 h 210233"/>
                  <a:gd name="connsiteX7" fmla="*/ 141696 w 166450"/>
                  <a:gd name="connsiteY7" fmla="*/ 143505 h 210233"/>
                  <a:gd name="connsiteX8" fmla="*/ 112095 w 166450"/>
                  <a:gd name="connsiteY8" fmla="*/ 199957 h 210233"/>
                  <a:gd name="connsiteX9" fmla="*/ 41965 w 166450"/>
                  <a:gd name="connsiteY9" fmla="*/ 202761 h 210233"/>
                  <a:gd name="connsiteX10" fmla="*/ 3146 w 166450"/>
                  <a:gd name="connsiteY10" fmla="*/ 165649 h 210233"/>
                  <a:gd name="connsiteX11" fmla="*/ 5190 w 166450"/>
                  <a:gd name="connsiteY11" fmla="*/ 105110 h 210233"/>
                  <a:gd name="connsiteX12" fmla="*/ 29422 w 166450"/>
                  <a:gd name="connsiteY12" fmla="*/ 0 h 210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6450" h="210233">
                    <a:moveTo>
                      <a:pt x="29422" y="0"/>
                    </a:moveTo>
                    <a:cubicBezTo>
                      <a:pt x="37309" y="1853"/>
                      <a:pt x="45149" y="3659"/>
                      <a:pt x="53083" y="5512"/>
                    </a:cubicBezTo>
                    <a:cubicBezTo>
                      <a:pt x="44673" y="51415"/>
                      <a:pt x="29612" y="96034"/>
                      <a:pt x="24005" y="142412"/>
                    </a:cubicBezTo>
                    <a:cubicBezTo>
                      <a:pt x="21629" y="175105"/>
                      <a:pt x="60495" y="191404"/>
                      <a:pt x="87863" y="184941"/>
                    </a:cubicBezTo>
                    <a:cubicBezTo>
                      <a:pt x="107391" y="178764"/>
                      <a:pt x="112428" y="156002"/>
                      <a:pt x="117654" y="138706"/>
                    </a:cubicBezTo>
                    <a:cubicBezTo>
                      <a:pt x="126349" y="102497"/>
                      <a:pt x="134474" y="66146"/>
                      <a:pt x="143027" y="29889"/>
                    </a:cubicBezTo>
                    <a:cubicBezTo>
                      <a:pt x="150819" y="31980"/>
                      <a:pt x="158611" y="34071"/>
                      <a:pt x="166451" y="36209"/>
                    </a:cubicBezTo>
                    <a:cubicBezTo>
                      <a:pt x="158231" y="71990"/>
                      <a:pt x="150154" y="107819"/>
                      <a:pt x="141696" y="143505"/>
                    </a:cubicBezTo>
                    <a:cubicBezTo>
                      <a:pt x="136185" y="163938"/>
                      <a:pt x="130150" y="186889"/>
                      <a:pt x="112095" y="199957"/>
                    </a:cubicBezTo>
                    <a:cubicBezTo>
                      <a:pt x="91759" y="214830"/>
                      <a:pt x="64059" y="211551"/>
                      <a:pt x="41965" y="202761"/>
                    </a:cubicBezTo>
                    <a:cubicBezTo>
                      <a:pt x="24575" y="196631"/>
                      <a:pt x="8848" y="183611"/>
                      <a:pt x="3146" y="165649"/>
                    </a:cubicBezTo>
                    <a:cubicBezTo>
                      <a:pt x="-3030" y="145834"/>
                      <a:pt x="1103" y="124830"/>
                      <a:pt x="5190" y="105110"/>
                    </a:cubicBezTo>
                    <a:cubicBezTo>
                      <a:pt x="13219" y="70042"/>
                      <a:pt x="21677" y="35116"/>
                      <a:pt x="29422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6FBFE2A2-ABC6-1EEC-FACF-1FFD0C53E1D1}"/>
                  </a:ext>
                </a:extLst>
              </p:cNvPr>
              <p:cNvSpPr/>
              <p:nvPr/>
            </p:nvSpPr>
            <p:spPr>
              <a:xfrm>
                <a:off x="1490407" y="4252681"/>
                <a:ext cx="160643" cy="208795"/>
              </a:xfrm>
              <a:custGeom>
                <a:avLst/>
                <a:gdLst>
                  <a:gd name="connsiteX0" fmla="*/ 136317 w 160643"/>
                  <a:gd name="connsiteY0" fmla="*/ 5940 h 208795"/>
                  <a:gd name="connsiteX1" fmla="*/ 160644 w 160643"/>
                  <a:gd name="connsiteY1" fmla="*/ 0 h 208795"/>
                  <a:gd name="connsiteX2" fmla="*/ 129095 w 160643"/>
                  <a:gd name="connsiteY2" fmla="*/ 202951 h 208795"/>
                  <a:gd name="connsiteX3" fmla="*/ 105148 w 160643"/>
                  <a:gd name="connsiteY3" fmla="*/ 208795 h 208795"/>
                  <a:gd name="connsiteX4" fmla="*/ 0 w 160643"/>
                  <a:gd name="connsiteY4" fmla="*/ 36969 h 208795"/>
                  <a:gd name="connsiteX5" fmla="*/ 25895 w 160643"/>
                  <a:gd name="connsiteY5" fmla="*/ 30792 h 208795"/>
                  <a:gd name="connsiteX6" fmla="*/ 112845 w 160643"/>
                  <a:gd name="connsiteY6" fmla="*/ 182565 h 208795"/>
                  <a:gd name="connsiteX7" fmla="*/ 136317 w 160643"/>
                  <a:gd name="connsiteY7" fmla="*/ 5940 h 208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0643" h="208795">
                    <a:moveTo>
                      <a:pt x="136317" y="5940"/>
                    </a:moveTo>
                    <a:cubicBezTo>
                      <a:pt x="144441" y="3944"/>
                      <a:pt x="152519" y="1948"/>
                      <a:pt x="160644" y="0"/>
                    </a:cubicBezTo>
                    <a:cubicBezTo>
                      <a:pt x="150096" y="67666"/>
                      <a:pt x="139785" y="135332"/>
                      <a:pt x="129095" y="202951"/>
                    </a:cubicBezTo>
                    <a:cubicBezTo>
                      <a:pt x="121112" y="204851"/>
                      <a:pt x="113083" y="206799"/>
                      <a:pt x="105148" y="208795"/>
                    </a:cubicBezTo>
                    <a:cubicBezTo>
                      <a:pt x="70130" y="151488"/>
                      <a:pt x="34970" y="94276"/>
                      <a:pt x="0" y="36969"/>
                    </a:cubicBezTo>
                    <a:cubicBezTo>
                      <a:pt x="8648" y="34878"/>
                      <a:pt x="17247" y="32835"/>
                      <a:pt x="25895" y="30792"/>
                    </a:cubicBezTo>
                    <a:cubicBezTo>
                      <a:pt x="54973" y="81351"/>
                      <a:pt x="84432" y="131626"/>
                      <a:pt x="112845" y="182565"/>
                    </a:cubicBezTo>
                    <a:cubicBezTo>
                      <a:pt x="119164" y="123500"/>
                      <a:pt x="128714" y="64862"/>
                      <a:pt x="136317" y="594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152" name="任意多边形: 形状 151">
                <a:extLst>
                  <a:ext uri="{FF2B5EF4-FFF2-40B4-BE49-F238E27FC236}">
                    <a16:creationId xmlns:a16="http://schemas.microsoft.com/office/drawing/2014/main" id="{4BA2A981-BF94-36D3-A59E-F9BEC7387200}"/>
                  </a:ext>
                </a:extLst>
              </p:cNvPr>
              <p:cNvSpPr/>
              <p:nvPr/>
            </p:nvSpPr>
            <p:spPr>
              <a:xfrm>
                <a:off x="1250844" y="4289745"/>
                <a:ext cx="150238" cy="198768"/>
              </a:xfrm>
              <a:custGeom>
                <a:avLst/>
                <a:gdLst>
                  <a:gd name="connsiteX0" fmla="*/ 9265 w 150238"/>
                  <a:gd name="connsiteY0" fmla="*/ 0 h 198768"/>
                  <a:gd name="connsiteX1" fmla="*/ 33450 w 150238"/>
                  <a:gd name="connsiteY1" fmla="*/ 523 h 198768"/>
                  <a:gd name="connsiteX2" fmla="*/ 119687 w 150238"/>
                  <a:gd name="connsiteY2" fmla="*/ 154909 h 198768"/>
                  <a:gd name="connsiteX3" fmla="*/ 127099 w 150238"/>
                  <a:gd name="connsiteY3" fmla="*/ 6082 h 198768"/>
                  <a:gd name="connsiteX4" fmla="*/ 150238 w 150238"/>
                  <a:gd name="connsiteY4" fmla="*/ 7318 h 198768"/>
                  <a:gd name="connsiteX5" fmla="*/ 141020 w 150238"/>
                  <a:gd name="connsiteY5" fmla="*/ 198769 h 198768"/>
                  <a:gd name="connsiteX6" fmla="*/ 116408 w 150238"/>
                  <a:gd name="connsiteY6" fmla="*/ 197343 h 198768"/>
                  <a:gd name="connsiteX7" fmla="*/ 30361 w 150238"/>
                  <a:gd name="connsiteY7" fmla="*/ 43527 h 198768"/>
                  <a:gd name="connsiteX8" fmla="*/ 23234 w 150238"/>
                  <a:gd name="connsiteY8" fmla="*/ 191879 h 198768"/>
                  <a:gd name="connsiteX9" fmla="*/ 0 w 150238"/>
                  <a:gd name="connsiteY9" fmla="*/ 190453 h 198768"/>
                  <a:gd name="connsiteX10" fmla="*/ 9265 w 150238"/>
                  <a:gd name="connsiteY10" fmla="*/ 0 h 198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0238" h="198768">
                    <a:moveTo>
                      <a:pt x="9265" y="0"/>
                    </a:moveTo>
                    <a:cubicBezTo>
                      <a:pt x="17295" y="190"/>
                      <a:pt x="25372" y="333"/>
                      <a:pt x="33450" y="523"/>
                    </a:cubicBezTo>
                    <a:cubicBezTo>
                      <a:pt x="62765" y="51652"/>
                      <a:pt x="90941" y="103495"/>
                      <a:pt x="119687" y="154909"/>
                    </a:cubicBezTo>
                    <a:cubicBezTo>
                      <a:pt x="122110" y="105300"/>
                      <a:pt x="124486" y="55691"/>
                      <a:pt x="127099" y="6082"/>
                    </a:cubicBezTo>
                    <a:cubicBezTo>
                      <a:pt x="134749" y="6462"/>
                      <a:pt x="142493" y="6890"/>
                      <a:pt x="150238" y="7318"/>
                    </a:cubicBezTo>
                    <a:cubicBezTo>
                      <a:pt x="147150" y="71135"/>
                      <a:pt x="143919" y="134952"/>
                      <a:pt x="141020" y="198769"/>
                    </a:cubicBezTo>
                    <a:cubicBezTo>
                      <a:pt x="132801" y="198246"/>
                      <a:pt x="124628" y="197771"/>
                      <a:pt x="116408" y="197343"/>
                    </a:cubicBezTo>
                    <a:cubicBezTo>
                      <a:pt x="87425" y="146214"/>
                      <a:pt x="59250" y="94704"/>
                      <a:pt x="30361" y="43527"/>
                    </a:cubicBezTo>
                    <a:cubicBezTo>
                      <a:pt x="27938" y="92993"/>
                      <a:pt x="25657" y="142412"/>
                      <a:pt x="23234" y="191879"/>
                    </a:cubicBezTo>
                    <a:cubicBezTo>
                      <a:pt x="15489" y="191356"/>
                      <a:pt x="7745" y="190928"/>
                      <a:pt x="0" y="190453"/>
                    </a:cubicBezTo>
                    <a:cubicBezTo>
                      <a:pt x="3183" y="126969"/>
                      <a:pt x="6272" y="63484"/>
                      <a:pt x="9265" y="0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0B030931-3FE1-4DF7-72B8-A032B8F81C84}"/>
                  </a:ext>
                </a:extLst>
              </p:cNvPr>
              <p:cNvSpPr/>
              <p:nvPr/>
            </p:nvSpPr>
            <p:spPr>
              <a:xfrm>
                <a:off x="1442324" y="4287179"/>
                <a:ext cx="39626" cy="192591"/>
              </a:xfrm>
              <a:custGeom>
                <a:avLst/>
                <a:gdLst>
                  <a:gd name="connsiteX0" fmla="*/ 0 w 39626"/>
                  <a:gd name="connsiteY0" fmla="*/ 2233 h 192591"/>
                  <a:gd name="connsiteX1" fmla="*/ 24327 w 39626"/>
                  <a:gd name="connsiteY1" fmla="*/ 0 h 192591"/>
                  <a:gd name="connsiteX2" fmla="*/ 39626 w 39626"/>
                  <a:gd name="connsiteY2" fmla="*/ 190548 h 192591"/>
                  <a:gd name="connsiteX3" fmla="*/ 15394 w 39626"/>
                  <a:gd name="connsiteY3" fmla="*/ 192592 h 192591"/>
                  <a:gd name="connsiteX4" fmla="*/ 0 w 39626"/>
                  <a:gd name="connsiteY4" fmla="*/ 2233 h 192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626" h="192591">
                    <a:moveTo>
                      <a:pt x="0" y="2233"/>
                    </a:moveTo>
                    <a:cubicBezTo>
                      <a:pt x="8077" y="1473"/>
                      <a:pt x="16202" y="713"/>
                      <a:pt x="24327" y="0"/>
                    </a:cubicBezTo>
                    <a:cubicBezTo>
                      <a:pt x="29411" y="63484"/>
                      <a:pt x="34495" y="127016"/>
                      <a:pt x="39626" y="190548"/>
                    </a:cubicBezTo>
                    <a:cubicBezTo>
                      <a:pt x="31549" y="191213"/>
                      <a:pt x="23472" y="191879"/>
                      <a:pt x="15394" y="192592"/>
                    </a:cubicBezTo>
                    <a:cubicBezTo>
                      <a:pt x="10358" y="129155"/>
                      <a:pt x="5084" y="65718"/>
                      <a:pt x="0" y="2233"/>
                    </a:cubicBezTo>
                    <a:close/>
                  </a:path>
                </a:pathLst>
              </a:custGeom>
              <a:grpFill/>
              <a:ln w="47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</p:grpSp>
      </p:grpSp>
      <p:pic>
        <p:nvPicPr>
          <p:cNvPr id="208" name="图片 207">
            <a:extLst>
              <a:ext uri="{FF2B5EF4-FFF2-40B4-BE49-F238E27FC236}">
                <a16:creationId xmlns:a16="http://schemas.microsoft.com/office/drawing/2014/main" id="{EEF26D75-F24F-49CB-897F-E88B7C670E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876394" y="614977"/>
            <a:ext cx="2137489" cy="589628"/>
          </a:xfrm>
          <a:prstGeom prst="rect">
            <a:avLst/>
          </a:prstGeom>
        </p:spPr>
      </p:pic>
      <p:sp>
        <p:nvSpPr>
          <p:cNvPr id="209" name="矩形 208">
            <a:extLst>
              <a:ext uri="{FF2B5EF4-FFF2-40B4-BE49-F238E27FC236}">
                <a16:creationId xmlns:a16="http://schemas.microsoft.com/office/drawing/2014/main" id="{585C6971-3467-4D5A-A294-05FA8E300105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3E1737B9-0678-4E3A-8976-4AA78B363495}"/>
              </a:ext>
            </a:extLst>
          </p:cNvPr>
          <p:cNvSpPr txBox="1"/>
          <p:nvPr/>
        </p:nvSpPr>
        <p:spPr>
          <a:xfrm>
            <a:off x="4179159" y="2537441"/>
            <a:ext cx="11208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398F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Didot" panose="02000503000000020003" pitchFamily="2" charset="0"/>
                <a:ea typeface="思源黑体 CN Regular"/>
                <a:cs typeface="+mn-cs"/>
              </a:rPr>
              <a:t>02</a:t>
            </a:r>
            <a:endParaRPr kumimoji="0" lang="zh-CN" altLang="en-US" sz="72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398F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Didot" panose="02000503000000020003" pitchFamily="2" charset="0"/>
              <a:ea typeface="思源黑体 CN Regular"/>
              <a:cs typeface="+mn-cs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E22DC847-1298-4D7A-823F-B0885C61C255}"/>
              </a:ext>
            </a:extLst>
          </p:cNvPr>
          <p:cNvSpPr txBox="1"/>
          <p:nvPr/>
        </p:nvSpPr>
        <p:spPr>
          <a:xfrm>
            <a:off x="6831267" y="2537441"/>
            <a:ext cx="11208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398F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Didot" panose="02000503000000020003" pitchFamily="2" charset="0"/>
                <a:ea typeface="思源黑体 CN Regular"/>
                <a:cs typeface="+mn-cs"/>
              </a:rPr>
              <a:t>03</a:t>
            </a:r>
            <a:endParaRPr kumimoji="0" lang="zh-CN" altLang="en-US" sz="72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398F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Didot" panose="02000503000000020003" pitchFamily="2" charset="0"/>
              <a:ea typeface="思源黑体 CN Regular"/>
              <a:cs typeface="+mn-cs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DBB9226A-9172-482D-8BA3-EF8222A12980}"/>
              </a:ext>
            </a:extLst>
          </p:cNvPr>
          <p:cNvSpPr txBox="1"/>
          <p:nvPr/>
        </p:nvSpPr>
        <p:spPr>
          <a:xfrm>
            <a:off x="9434043" y="2533485"/>
            <a:ext cx="11208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398F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Didot" panose="02000503000000020003" pitchFamily="2" charset="0"/>
                <a:ea typeface="思源黑体 CN Regular"/>
                <a:cs typeface="+mn-cs"/>
              </a:rPr>
              <a:t>04</a:t>
            </a:r>
            <a:endParaRPr kumimoji="0" lang="zh-CN" altLang="en-US" sz="72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398F"/>
                  </a:gs>
                  <a:gs pos="10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Didot" panose="02000503000000020003" pitchFamily="2" charset="0"/>
              <a:ea typeface="思源黑体 CN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6572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86353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lang="zh-CN" altLang="en-US" sz="3200" spc="13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缺陷检测无人机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5C636E2-FC9B-4DD1-88FF-CB51889A6A3D}"/>
              </a:ext>
            </a:extLst>
          </p:cNvPr>
          <p:cNvSpPr txBox="1"/>
          <p:nvPr/>
        </p:nvSpPr>
        <p:spPr>
          <a:xfrm>
            <a:off x="9424118" y="1979306"/>
            <a:ext cx="17260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130" dirty="0">
                <a:solidFill>
                  <a:srgbClr val="0039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行业痛点</a:t>
            </a:r>
            <a:endParaRPr kumimoji="0" lang="zh-CN" altLang="en-US" sz="2800" b="0" i="0" u="none" strike="noStrike" kern="1200" cap="none" spc="130" normalizeH="0" baseline="3000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7A5047-FDF5-4C5E-BE59-EF5BFFF76EDB}"/>
              </a:ext>
            </a:extLst>
          </p:cNvPr>
          <p:cNvSpPr txBox="1"/>
          <p:nvPr/>
        </p:nvSpPr>
        <p:spPr>
          <a:xfrm>
            <a:off x="8696758" y="2917998"/>
            <a:ext cx="3180805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接触不准</a:t>
            </a:r>
            <a:endParaRPr lang="en-US" altLang="zh-CN" sz="2400" kern="100" dirty="0">
              <a:effectLst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kern="100" spc="13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信噪比差</a:t>
            </a:r>
            <a:endParaRPr lang="en-US" altLang="zh-CN" sz="2400" kern="100" spc="13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400" kern="100" spc="13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感控不闭环</a:t>
            </a:r>
            <a:endParaRPr lang="zh-CN" altLang="en-US" sz="2400" spc="13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C47EEBA-BF14-4CE9-9B7B-60C8C44B37F5}"/>
              </a:ext>
            </a:extLst>
          </p:cNvPr>
          <p:cNvCxnSpPr>
            <a:cxnSpLocks/>
          </p:cNvCxnSpPr>
          <p:nvPr/>
        </p:nvCxnSpPr>
        <p:spPr>
          <a:xfrm>
            <a:off x="8829972" y="2748371"/>
            <a:ext cx="2914377" cy="0"/>
          </a:xfrm>
          <a:prstGeom prst="line">
            <a:avLst/>
          </a:prstGeom>
          <a:ln w="12700">
            <a:gradFill flip="none" rotWithShape="1">
              <a:gsLst>
                <a:gs pos="0">
                  <a:srgbClr val="004EA2"/>
                </a:gs>
                <a:gs pos="100000">
                  <a:srgbClr val="007BF6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8A1095A3-5A9C-4318-8E0B-702883FEE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342" y="4787901"/>
            <a:ext cx="2848611" cy="1348531"/>
          </a:xfrm>
          <a:prstGeom prst="rect">
            <a:avLst/>
          </a:prstGeom>
        </p:spPr>
      </p:pic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F857A71-080F-40D9-A14B-A2397A65DAEA}"/>
              </a:ext>
            </a:extLst>
          </p:cNvPr>
          <p:cNvCxnSpPr>
            <a:cxnSpLocks/>
          </p:cNvCxnSpPr>
          <p:nvPr/>
        </p:nvCxnSpPr>
        <p:spPr>
          <a:xfrm>
            <a:off x="786353" y="2652656"/>
            <a:ext cx="3227435" cy="29915"/>
          </a:xfrm>
          <a:prstGeom prst="line">
            <a:avLst/>
          </a:prstGeom>
          <a:ln w="12700">
            <a:gradFill flip="none" rotWithShape="1">
              <a:gsLst>
                <a:gs pos="0">
                  <a:srgbClr val="004EA2"/>
                </a:gs>
                <a:gs pos="100000">
                  <a:srgbClr val="007BF6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2DCEAC45-7B44-432B-BB28-EB3675ED9952}"/>
              </a:ext>
            </a:extLst>
          </p:cNvPr>
          <p:cNvSpPr txBox="1"/>
          <p:nvPr/>
        </p:nvSpPr>
        <p:spPr>
          <a:xfrm>
            <a:off x="809668" y="1979306"/>
            <a:ext cx="31808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130" dirty="0">
                <a:solidFill>
                  <a:srgbClr val="0039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无人机缺陷检测</a:t>
            </a:r>
            <a:endParaRPr kumimoji="0" lang="zh-CN" altLang="en-US" sz="2800" b="0" i="0" u="none" strike="noStrike" kern="1200" cap="none" spc="130" normalizeH="0" baseline="3000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F02790B-5C7B-4ABD-B960-C955BA27FD77}"/>
              </a:ext>
            </a:extLst>
          </p:cNvPr>
          <p:cNvSpPr txBox="1"/>
          <p:nvPr/>
        </p:nvSpPr>
        <p:spPr>
          <a:xfrm>
            <a:off x="1000168" y="2822283"/>
            <a:ext cx="2799805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400" spc="13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桥梁隧道检测</a:t>
            </a:r>
            <a:endParaRPr lang="en-US" altLang="zh-CN" sz="2400" spc="13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400" b="0" i="0" u="none" strike="noStrike" kern="1200" cap="none" spc="13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储罐高塔巡检</a:t>
            </a:r>
            <a:endParaRPr kumimoji="0" lang="en-US" altLang="zh-CN" sz="2400" b="0" i="0" u="none" strike="noStrike" kern="1200" cap="none" spc="13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400" spc="13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光伏电池板检测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3B4AE156-3A4B-4BE8-A1AD-D44CC6BC9E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87" y="4805964"/>
            <a:ext cx="2923166" cy="1345669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78470360-8534-4BAC-9178-8C000E915346}"/>
              </a:ext>
            </a:extLst>
          </p:cNvPr>
          <p:cNvSpPr txBox="1"/>
          <p:nvPr/>
        </p:nvSpPr>
        <p:spPr>
          <a:xfrm>
            <a:off x="4850246" y="1979306"/>
            <a:ext cx="31808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130" dirty="0">
                <a:solidFill>
                  <a:srgbClr val="0039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接触式超声检测</a:t>
            </a:r>
            <a:endParaRPr kumimoji="0" lang="zh-CN" altLang="en-US" sz="2800" b="0" i="0" u="none" strike="noStrike" kern="1200" cap="none" spc="130" normalizeH="0" baseline="3000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BE36348-65A0-4687-BE75-75D621D93E27}"/>
              </a:ext>
            </a:extLst>
          </p:cNvPr>
          <p:cNvSpPr txBox="1"/>
          <p:nvPr/>
        </p:nvSpPr>
        <p:spPr>
          <a:xfrm>
            <a:off x="5113555" y="2822283"/>
            <a:ext cx="2174431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13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电磁超声</a:t>
            </a:r>
            <a:endParaRPr kumimoji="0" lang="en-US" altLang="zh-CN" sz="2400" b="0" i="0" u="none" strike="noStrike" kern="1200" cap="none" spc="13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en-US" altLang="zh-CN" sz="2400" spc="13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RGBD</a:t>
            </a:r>
            <a:r>
              <a:rPr lang="zh-CN" altLang="en-US" sz="2400" spc="13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视觉</a:t>
            </a:r>
            <a:endParaRPr lang="en-US" altLang="zh-CN" sz="2400" spc="13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400" spc="13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位姿残差</a:t>
            </a:r>
            <a:endParaRPr kumimoji="0" lang="en-US" altLang="zh-CN" sz="2400" b="0" i="0" u="none" strike="noStrike" kern="1200" cap="none" spc="13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E2DA023-52D6-4355-8AFD-F48537A05434}"/>
              </a:ext>
            </a:extLst>
          </p:cNvPr>
          <p:cNvCxnSpPr>
            <a:cxnSpLocks/>
          </p:cNvCxnSpPr>
          <p:nvPr/>
        </p:nvCxnSpPr>
        <p:spPr>
          <a:xfrm>
            <a:off x="4803615" y="2717970"/>
            <a:ext cx="3227435" cy="29915"/>
          </a:xfrm>
          <a:prstGeom prst="line">
            <a:avLst/>
          </a:prstGeom>
          <a:ln w="12700">
            <a:gradFill flip="none" rotWithShape="1">
              <a:gsLst>
                <a:gs pos="0">
                  <a:srgbClr val="004EA2"/>
                </a:gs>
                <a:gs pos="100000">
                  <a:srgbClr val="007BF6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图片 46">
            <a:extLst>
              <a:ext uri="{FF2B5EF4-FFF2-40B4-BE49-F238E27FC236}">
                <a16:creationId xmlns:a16="http://schemas.microsoft.com/office/drawing/2014/main" id="{26661297-9167-4C47-9683-11751C3340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7035" y="4772700"/>
            <a:ext cx="3080247" cy="137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69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0B2C2-7C4F-CC31-0BD6-0A41D8772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3C1CF98-B8E0-CEE6-2D5B-B7730CAAACFA}"/>
              </a:ext>
            </a:extLst>
          </p:cNvPr>
          <p:cNvSpPr txBox="1"/>
          <p:nvPr/>
        </p:nvSpPr>
        <p:spPr>
          <a:xfrm>
            <a:off x="786353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lang="zh-CN" altLang="en-US" sz="3200" spc="13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无人机电磁超声测厚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11BDE3-8DDF-7AAB-B57A-D761BB1855BB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A7C8D2E-AB01-8AFD-9EB7-91598EE72A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B7EB7EE-90EA-35AF-3BAD-EA489AD2C8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20" y="1666411"/>
            <a:ext cx="10813051" cy="435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189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主要理论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lang="zh-CN" altLang="en-US" sz="3200" spc="13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电磁超声</a:t>
            </a:r>
            <a:r>
              <a:rPr lang="en-US" altLang="zh-CN" sz="3200" spc="13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TOF</a:t>
            </a:r>
            <a:r>
              <a:rPr lang="zh-CN" altLang="en-US" sz="3200" spc="13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测厚原理</a:t>
            </a:r>
            <a:endParaRPr lang="zh-CN" altLang="en-US" sz="3200" spc="13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graphicFrame>
        <p:nvGraphicFramePr>
          <p:cNvPr id="23" name="图示 22">
            <a:extLst>
              <a:ext uri="{FF2B5EF4-FFF2-40B4-BE49-F238E27FC236}">
                <a16:creationId xmlns:a16="http://schemas.microsoft.com/office/drawing/2014/main" id="{78995426-A748-E037-1EAD-D4C3DBA136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067456"/>
              </p:ext>
            </p:extLst>
          </p:nvPr>
        </p:nvGraphicFramePr>
        <p:xfrm>
          <a:off x="6096000" y="1381982"/>
          <a:ext cx="5328111" cy="2433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728E333C-6585-AE83-E3B8-A5ECA4E134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1404" y="3994850"/>
            <a:ext cx="2602707" cy="190419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6ED2359-84FB-C8D4-9B8E-DF35CC203E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94850"/>
            <a:ext cx="2602707" cy="1904198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FF50D019-D7C1-3FFF-4DA8-50D76544FA6F}"/>
              </a:ext>
            </a:extLst>
          </p:cNvPr>
          <p:cNvSpPr txBox="1"/>
          <p:nvPr/>
        </p:nvSpPr>
        <p:spPr>
          <a:xfrm>
            <a:off x="532394" y="1845164"/>
            <a:ext cx="4581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l">
              <a:lnSpc>
                <a:spcPct val="100000"/>
              </a:lnSpc>
              <a:buNone/>
            </a:pPr>
            <a:r>
              <a:rPr lang="zh-CN" altLang="zh-CN" sz="1800" kern="100" dirty="0">
                <a:effectLst/>
                <a:latin typeface="+mn-lt"/>
                <a:ea typeface="宋体" panose="02010600030101010101" pitchFamily="2" charset="-122"/>
              </a:rPr>
              <a:t>射面进入材料，在背面发生反射后返回接收面，其往返路径长度为</a:t>
            </a:r>
            <a:r>
              <a:rPr lang="en-US" altLang="zh-CN" sz="1800" kern="100" dirty="0">
                <a:effectLst/>
                <a:latin typeface="+mn-lt"/>
                <a:ea typeface="宋体" panose="02010600030101010101" pitchFamily="2" charset="-122"/>
              </a:rPr>
              <a:t> 2</a:t>
            </a:r>
            <a:r>
              <a:rPr lang="en-US" altLang="zh-CN" sz="1800" i="1" kern="100" dirty="0">
                <a:effectLst/>
                <a:latin typeface="+mn-lt"/>
                <a:ea typeface="宋体" panose="02010600030101010101" pitchFamily="2" charset="-122"/>
              </a:rPr>
              <a:t>d</a:t>
            </a:r>
            <a:r>
              <a:rPr lang="zh-CN" altLang="zh-CN" sz="1800" kern="100" dirty="0">
                <a:effectLst/>
                <a:latin typeface="+mn-lt"/>
                <a:ea typeface="宋体" panose="02010600030101010101" pitchFamily="2" charset="-122"/>
              </a:rPr>
              <a:t>，</a:t>
            </a:r>
            <a:r>
              <a:rPr lang="en-US" altLang="zh-CN" sz="1800" kern="100" dirty="0">
                <a:effectLst/>
                <a:latin typeface="+mn-lt"/>
                <a:ea typeface="宋体" panose="02010600030101010101" pitchFamily="2" charset="-122"/>
              </a:rPr>
              <a:t> TOF </a:t>
            </a:r>
            <a:r>
              <a:rPr lang="zh-CN" altLang="zh-CN" sz="1800" kern="100" dirty="0">
                <a:effectLst/>
                <a:latin typeface="+mn-lt"/>
                <a:ea typeface="宋体" panose="02010600030101010101" pitchFamily="2" charset="-122"/>
              </a:rPr>
              <a:t>为：</a:t>
            </a:r>
            <a:endParaRPr lang="zh-CN" altLang="zh-CN" sz="105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7" name="Picture 1" title="t 下标 开始文本 TOF 结束文本 结束下标 等于 分数 c 分之 2 d 结束分数">
            <a:extLst>
              <a:ext uri="{FF2B5EF4-FFF2-40B4-BE49-F238E27FC236}">
                <a16:creationId xmlns:a16="http://schemas.microsoft.com/office/drawing/2014/main" id="{0FD768A2-38FF-A2BF-A7A9-B30092C9570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732" y="2780888"/>
            <a:ext cx="883920" cy="43688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A3637D72-2F86-67AD-A414-15C3461C3096}"/>
              </a:ext>
            </a:extLst>
          </p:cNvPr>
          <p:cNvSpPr txBox="1"/>
          <p:nvPr/>
        </p:nvSpPr>
        <p:spPr>
          <a:xfrm>
            <a:off x="3212693" y="3640232"/>
            <a:ext cx="21584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l">
              <a:lnSpc>
                <a:spcPct val="100000"/>
              </a:lnSpc>
              <a:buNone/>
            </a:pPr>
            <a:r>
              <a:rPr lang="zh-CN" altLang="zh-CN" sz="1800" kern="100" dirty="0">
                <a:effectLst/>
                <a:latin typeface="+mn-lt"/>
                <a:ea typeface="宋体" panose="02010600030101010101" pitchFamily="2" charset="-122"/>
              </a:rPr>
              <a:t>其中 </a:t>
            </a:r>
            <a:r>
              <a:rPr lang="en-US" altLang="zh-CN" sz="1800" i="1" kern="100" dirty="0">
                <a:effectLst/>
                <a:latin typeface="+mn-lt"/>
                <a:ea typeface="宋体" panose="02010600030101010101" pitchFamily="2" charset="-122"/>
              </a:rPr>
              <a:t>c </a:t>
            </a:r>
            <a:r>
              <a:rPr lang="zh-CN" altLang="zh-CN" sz="1800" kern="100" dirty="0">
                <a:effectLst/>
                <a:latin typeface="+mn-lt"/>
                <a:ea typeface="宋体" panose="02010600030101010101" pitchFamily="2" charset="-122"/>
              </a:rPr>
              <a:t>为所用波型的传播速度。由此可得厚度反演公式：</a:t>
            </a:r>
            <a:endParaRPr lang="zh-CN" altLang="zh-CN" sz="105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0" name="Picture 1" title="d 等于 分数 2 分之 c 乘 t 下标 开始文本 TOF 结束文本 结束下标 结束分数">
            <a:extLst>
              <a:ext uri="{FF2B5EF4-FFF2-40B4-BE49-F238E27FC236}">
                <a16:creationId xmlns:a16="http://schemas.microsoft.com/office/drawing/2014/main" id="{4D815A02-8976-6447-D41D-97303F42BA0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867" y="5009024"/>
            <a:ext cx="1009650" cy="508000"/>
          </a:xfrm>
          <a:prstGeom prst="rect">
            <a:avLst/>
          </a:prstGeom>
        </p:spPr>
      </p:pic>
      <p:pic>
        <p:nvPicPr>
          <p:cNvPr id="31" name="图片 30" descr="電磁超音波測厚儀，高溫應用- 安邦儀器有限公司">
            <a:extLst>
              <a:ext uri="{FF2B5EF4-FFF2-40B4-BE49-F238E27FC236}">
                <a16:creationId xmlns:a16="http://schemas.microsoft.com/office/drawing/2014/main" id="{2D525925-9A10-8D09-9D74-E2925D195AC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37" y="2555352"/>
            <a:ext cx="230505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84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95169" y="265683"/>
            <a:ext cx="5101420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spc="130" dirty="0">
                <a:solidFill>
                  <a:srgbClr val="0039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理论创新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物理约束矩阵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294269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261609"/>
            <a:ext cx="2137489" cy="589628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718C7A7-66AD-8E59-376F-3D5EA9FF6D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53" y="1191745"/>
            <a:ext cx="11489871" cy="358310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7F870DE-F0E0-68C6-6A5F-D6BCE38E60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535" y="4774850"/>
            <a:ext cx="4054930" cy="405493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46CB8386-07B0-C252-50BD-540EE3E56D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5" y="4774850"/>
            <a:ext cx="4054930" cy="405493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AC3A94E4-25DC-EEEB-DA59-98146D67E4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267" y="4774850"/>
            <a:ext cx="4054931" cy="405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21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23F21-F6DB-BDDD-F839-0E1CFF28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3DE0B2-CB9F-7807-B3C8-CC0315FF3777}"/>
              </a:ext>
            </a:extLst>
          </p:cNvPr>
          <p:cNvSpPr txBox="1"/>
          <p:nvPr/>
        </p:nvSpPr>
        <p:spPr>
          <a:xfrm>
            <a:off x="795169" y="265683"/>
            <a:ext cx="6422060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spc="130" dirty="0">
                <a:solidFill>
                  <a:srgbClr val="00398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理论创新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多模态物理约束注意力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A6C128-1393-399D-585C-18F489D4CE32}"/>
              </a:ext>
            </a:extLst>
          </p:cNvPr>
          <p:cNvSpPr/>
          <p:nvPr/>
        </p:nvSpPr>
        <p:spPr>
          <a:xfrm>
            <a:off x="638720" y="294269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D67044-A962-2354-1901-A0ACE7A2FD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261609"/>
            <a:ext cx="2137489" cy="58962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E4B6217-259C-9BB0-F8A4-371225778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21" y="1210723"/>
            <a:ext cx="10892692" cy="505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379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理论创新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物理约束注意力感控网络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7BEFCA9-B193-3DE2-795F-8D19891E2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69" y="1514474"/>
            <a:ext cx="11040469" cy="477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19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1AE44B9-B9AC-FEFC-B909-010B1A343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000" y="1098000"/>
            <a:ext cx="7680000" cy="5760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spc="130" dirty="0">
                <a:solidFill>
                  <a:srgbClr val="0039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技术路线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29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实验验证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lang="zh-CN" altLang="en-US" sz="3200" spc="13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实验平台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Black" panose="00000A00000000000000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134BC82-11F1-4BE2-B346-6811B97947B5}"/>
              </a:ext>
            </a:extLst>
          </p:cNvPr>
          <p:cNvSpPr txBox="1"/>
          <p:nvPr/>
        </p:nvSpPr>
        <p:spPr>
          <a:xfrm>
            <a:off x="289762" y="2709848"/>
            <a:ext cx="2186442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kern="1200" cap="none" spc="130" normalizeH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PX4</a:t>
            </a:r>
            <a:r>
              <a:rPr kumimoji="0" lang="zh-CN" altLang="en-US" sz="2000" b="0" i="0" u="none" strike="noStrike" kern="1200" cap="none" spc="130" normalizeH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飞控系统，通过</a:t>
            </a:r>
            <a:r>
              <a:rPr kumimoji="0" lang="en-US" altLang="zh-CN" sz="2000" b="0" i="0" u="none" strike="noStrike" kern="1200" cap="none" spc="130" normalizeH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MAVROS</a:t>
            </a:r>
            <a:r>
              <a:rPr kumimoji="0" lang="zh-CN" altLang="en-US" sz="2000" b="0" i="0" u="none" strike="noStrike" kern="1200" cap="none" spc="130" normalizeH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与地面计算机进行通信与控制</a:t>
            </a:r>
            <a:endParaRPr kumimoji="0" lang="en-US" altLang="zh-CN" sz="2000" b="0" i="0" u="none" strike="noStrike" kern="1200" cap="none" spc="130" normalizeH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D65445-7063-875A-09CA-B8AEB8CA4C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204" y="1175657"/>
            <a:ext cx="7239591" cy="407227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975D09E-4D79-A61E-9269-1B01F695521C}"/>
              </a:ext>
            </a:extLst>
          </p:cNvPr>
          <p:cNvSpPr txBox="1"/>
          <p:nvPr/>
        </p:nvSpPr>
        <p:spPr>
          <a:xfrm>
            <a:off x="9715795" y="1835539"/>
            <a:ext cx="2409326" cy="1422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en-US" altLang="zh-CN" sz="20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D435</a:t>
            </a:r>
            <a:r>
              <a:rPr lang="zh-CN" altLang="en-US" sz="20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深度相机</a:t>
            </a:r>
            <a:r>
              <a:rPr lang="en-US" altLang="zh-CN" sz="20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+ MID360</a:t>
            </a:r>
            <a:r>
              <a:rPr lang="zh-CN" altLang="en-US" sz="20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激光雷达，实现</a:t>
            </a:r>
            <a:r>
              <a:rPr lang="zh-CN" altLang="en-US" sz="2000" spc="13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三维环境感知</a:t>
            </a:r>
            <a:endParaRPr kumimoji="0" lang="en-US" altLang="zh-CN" sz="2000" b="0" i="0" u="none" strike="noStrike" kern="1200" cap="none" spc="130" normalizeH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76A4FD9-8E2A-9272-F4C6-75AD8F4166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826" y="3937006"/>
            <a:ext cx="5465520" cy="2772112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D2CAD76-C3FB-EB70-C4F4-5F25A6E5E4DC}"/>
              </a:ext>
            </a:extLst>
          </p:cNvPr>
          <p:cNvCxnSpPr>
            <a:cxnSpLocks/>
          </p:cNvCxnSpPr>
          <p:nvPr/>
        </p:nvCxnSpPr>
        <p:spPr>
          <a:xfrm>
            <a:off x="7679871" y="3652157"/>
            <a:ext cx="923157" cy="100995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C1817BF-AE78-F379-5CDA-CC7C9C23992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302826" y="2080745"/>
            <a:ext cx="3412969" cy="46627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5CDB2EB-6900-1416-ABDE-7D554C01DA45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2476204" y="2678468"/>
            <a:ext cx="3478282" cy="97368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EA25C492-86F6-B5DF-4D56-BFE96089E87E}"/>
              </a:ext>
            </a:extLst>
          </p:cNvPr>
          <p:cNvSpPr txBox="1"/>
          <p:nvPr/>
        </p:nvSpPr>
        <p:spPr>
          <a:xfrm>
            <a:off x="2745106" y="5279307"/>
            <a:ext cx="3461657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13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EMAT</a:t>
            </a:r>
            <a:r>
              <a:rPr kumimoji="0" lang="zh-CN" altLang="en-US" sz="2000" b="0" i="0" u="none" strike="noStrike" kern="1200" cap="none" spc="13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笔试探头实时读取数据，通过串口传回电脑</a:t>
            </a:r>
            <a:endParaRPr kumimoji="0" lang="en-US" altLang="zh-CN" sz="2000" b="0" i="0" u="none" strike="noStrike" kern="1200" cap="none" spc="130" normalizeH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2872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实验验证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无人机电磁超声测厚对象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388FCF6-4462-022F-17A9-CCC3660C2F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26" y="1368770"/>
            <a:ext cx="2880000" cy="216050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557846A-D6D7-56A4-D528-FC628ACC3C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000" y="4143879"/>
            <a:ext cx="2880000" cy="216050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4CD5A28-EAD8-AA9F-485E-EADD5C64A7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074" y="4143879"/>
            <a:ext cx="2880000" cy="216050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769CBA4-1F55-7A23-337D-A9473E0BFA9A}"/>
              </a:ext>
            </a:extLst>
          </p:cNvPr>
          <p:cNvSpPr txBox="1"/>
          <p:nvPr/>
        </p:nvSpPr>
        <p:spPr>
          <a:xfrm>
            <a:off x="1899033" y="3650520"/>
            <a:ext cx="110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平面铝板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1BB28BE-38F7-D961-5C14-94180D4B55AA}"/>
              </a:ext>
            </a:extLst>
          </p:cNvPr>
          <p:cNvSpPr txBox="1"/>
          <p:nvPr/>
        </p:nvSpPr>
        <p:spPr>
          <a:xfrm>
            <a:off x="5543107" y="3650520"/>
            <a:ext cx="110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平面铁板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C30CC9-D652-82D0-F692-313EBA05F503}"/>
              </a:ext>
            </a:extLst>
          </p:cNvPr>
          <p:cNvSpPr txBox="1"/>
          <p:nvPr/>
        </p:nvSpPr>
        <p:spPr>
          <a:xfrm>
            <a:off x="9187181" y="3650520"/>
            <a:ext cx="1466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铁制门把手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AE5FC1-736A-D911-E21D-9B396460FFEE}"/>
              </a:ext>
            </a:extLst>
          </p:cNvPr>
          <p:cNvSpPr txBox="1"/>
          <p:nvPr/>
        </p:nvSpPr>
        <p:spPr>
          <a:xfrm>
            <a:off x="1899032" y="6304387"/>
            <a:ext cx="141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彩钢瓦铁皮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3B89F0-79D0-F960-2298-DA548C8DD48B}"/>
              </a:ext>
            </a:extLst>
          </p:cNvPr>
          <p:cNvSpPr txBox="1"/>
          <p:nvPr/>
        </p:nvSpPr>
        <p:spPr>
          <a:xfrm>
            <a:off x="5543107" y="6382354"/>
            <a:ext cx="11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曲面铁板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38CC63E-E9B4-7533-484E-128FCAD71F1E}"/>
              </a:ext>
            </a:extLst>
          </p:cNvPr>
          <p:cNvSpPr txBox="1"/>
          <p:nvPr/>
        </p:nvSpPr>
        <p:spPr>
          <a:xfrm>
            <a:off x="9349725" y="6382354"/>
            <a:ext cx="11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</a:t>
            </a:r>
            <a:r>
              <a:rPr lang="zh-CN" altLang="en-US" dirty="0"/>
              <a:t>型铁管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E62B743-441C-7EB8-18D1-B47795B816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000" y="1412553"/>
            <a:ext cx="288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5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B159-7154-76C5-503B-0CCC4CEA8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D86655A-EAE5-AECD-DE1F-77FD0618C465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实验验证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无人机电磁超声测厚实验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E7907C-83D0-609A-331F-E0BA51AB5AB7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0852C1-5794-C928-DE42-90DFEC3F0A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343F48A-2BF2-3AEF-2709-7223071F5463}"/>
              </a:ext>
            </a:extLst>
          </p:cNvPr>
          <p:cNvSpPr txBox="1"/>
          <p:nvPr/>
        </p:nvSpPr>
        <p:spPr>
          <a:xfrm>
            <a:off x="1899033" y="3650520"/>
            <a:ext cx="110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平面铝板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10C3CDF-FD3D-3300-5E25-4CB8256C62E9}"/>
              </a:ext>
            </a:extLst>
          </p:cNvPr>
          <p:cNvSpPr txBox="1"/>
          <p:nvPr/>
        </p:nvSpPr>
        <p:spPr>
          <a:xfrm>
            <a:off x="5543107" y="3650520"/>
            <a:ext cx="110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平面铁板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756F2E3-AE17-8172-CDCB-524186E6B3D1}"/>
              </a:ext>
            </a:extLst>
          </p:cNvPr>
          <p:cNvSpPr txBox="1"/>
          <p:nvPr/>
        </p:nvSpPr>
        <p:spPr>
          <a:xfrm>
            <a:off x="9187181" y="3650520"/>
            <a:ext cx="1466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铁制门把手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BB88272-C911-69A5-C1A9-53C89A7AB5D5}"/>
              </a:ext>
            </a:extLst>
          </p:cNvPr>
          <p:cNvSpPr txBox="1"/>
          <p:nvPr/>
        </p:nvSpPr>
        <p:spPr>
          <a:xfrm>
            <a:off x="1899032" y="6304387"/>
            <a:ext cx="141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彩钢瓦铁皮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2942077-8DE4-75E7-7E53-0E5408A9BA37}"/>
              </a:ext>
            </a:extLst>
          </p:cNvPr>
          <p:cNvSpPr txBox="1"/>
          <p:nvPr/>
        </p:nvSpPr>
        <p:spPr>
          <a:xfrm>
            <a:off x="5543107" y="6382354"/>
            <a:ext cx="11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曲面铁板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A07A242-35D9-3A13-6C11-D0587E1BBC08}"/>
              </a:ext>
            </a:extLst>
          </p:cNvPr>
          <p:cNvSpPr txBox="1"/>
          <p:nvPr/>
        </p:nvSpPr>
        <p:spPr>
          <a:xfrm>
            <a:off x="9349725" y="6382354"/>
            <a:ext cx="11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</a:t>
            </a:r>
            <a:r>
              <a:rPr lang="zh-CN" altLang="en-US" dirty="0"/>
              <a:t>型铁管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233829E-908D-E4F2-23F3-96362D6079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194" y="1366432"/>
            <a:ext cx="2880000" cy="2163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FB4C5DE-BAEC-73B9-474E-B3AC260582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194" y="4072484"/>
            <a:ext cx="2880000" cy="2157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5C4C4B5-7683-B7EC-01D3-FF85C4FD2E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0074" y="1361707"/>
            <a:ext cx="2880000" cy="2160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9B9969D-5649-C85F-D6A0-1B52D50317D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134" y="4080480"/>
            <a:ext cx="2880000" cy="2160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ADC2FC8-26E4-04B7-BF8C-F4961E2C1E6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0074" y="4072484"/>
            <a:ext cx="2880000" cy="21615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6279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F18C4-EA54-8749-D3F2-A3FB01F2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BCAE5A1-3145-588A-DEED-82325DF1F1F1}"/>
              </a:ext>
            </a:extLst>
          </p:cNvPr>
          <p:cNvSpPr txBox="1"/>
          <p:nvPr/>
        </p:nvSpPr>
        <p:spPr>
          <a:xfrm>
            <a:off x="779821" y="617404"/>
            <a:ext cx="7732807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实验验证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lang="zh-CN" altLang="en-US" sz="3200" spc="13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物理约束感控网络打标与训练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Black" panose="00000A00000000000000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B7A3D7-B33E-31A6-4D39-85BFBD5986D5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EB56D19-5F31-D4F2-B123-75891B485F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36113CA-1BC9-6569-44CA-EC846D23D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20" y="2762407"/>
            <a:ext cx="5250451" cy="328153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9619E50-F951-F825-0712-286DC615767F}"/>
              </a:ext>
            </a:extLst>
          </p:cNvPr>
          <p:cNvSpPr txBox="1"/>
          <p:nvPr/>
        </p:nvSpPr>
        <p:spPr>
          <a:xfrm>
            <a:off x="1671909" y="6240596"/>
            <a:ext cx="3184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人工打标签软件，按时序打标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248246-12BA-5728-5F8E-FD2C45352255}"/>
              </a:ext>
            </a:extLst>
          </p:cNvPr>
          <p:cNvSpPr txBox="1"/>
          <p:nvPr/>
        </p:nvSpPr>
        <p:spPr>
          <a:xfrm>
            <a:off x="1329008" y="1520628"/>
            <a:ext cx="3869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不同试件、不同环境、不同角度多次采集数据，当前共有</a:t>
            </a:r>
            <a:r>
              <a:rPr lang="en-US" altLang="zh-CN" b="1" dirty="0">
                <a:solidFill>
                  <a:srgbClr val="FF0000"/>
                </a:solidFill>
              </a:rPr>
              <a:t>139</a:t>
            </a:r>
            <a:r>
              <a:rPr lang="zh-CN" altLang="en-US" b="1" dirty="0">
                <a:solidFill>
                  <a:srgbClr val="FF0000"/>
                </a:solidFill>
              </a:rPr>
              <a:t>组数据片</a:t>
            </a:r>
            <a:r>
              <a:rPr lang="zh-CN" altLang="en-US" dirty="0"/>
              <a:t>，数据片累计</a:t>
            </a:r>
            <a:r>
              <a:rPr lang="zh-CN" altLang="en-US" b="1" dirty="0">
                <a:solidFill>
                  <a:srgbClr val="FF0000"/>
                </a:solidFill>
              </a:rPr>
              <a:t>时长达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小时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380EB09-B2CA-2174-3BB2-B9A56BA755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831" y="3328396"/>
            <a:ext cx="5297491" cy="328153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B0AD7054-3258-C0B1-E1B0-2270B6174767}"/>
              </a:ext>
            </a:extLst>
          </p:cNvPr>
          <p:cNvSpPr txBox="1"/>
          <p:nvPr/>
        </p:nvSpPr>
        <p:spPr>
          <a:xfrm>
            <a:off x="6359463" y="1520628"/>
            <a:ext cx="28100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训练平台：</a:t>
            </a:r>
            <a:r>
              <a:rPr lang="en-US" altLang="zh-CN" dirty="0"/>
              <a:t>NVIDIA Jetson Orin Nano 8GB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轮次：</a:t>
            </a:r>
            <a:r>
              <a:rPr lang="en-US" altLang="zh-CN" b="1" dirty="0"/>
              <a:t>150+</a:t>
            </a:r>
          </a:p>
          <a:p>
            <a:r>
              <a:rPr lang="zh-CN" altLang="en-US" b="1" dirty="0"/>
              <a:t>迁移训练</a:t>
            </a:r>
            <a:r>
              <a:rPr lang="zh-CN" altLang="en-US" dirty="0"/>
              <a:t>，新数据片加入后在原有模型基础上训练</a:t>
            </a:r>
            <a:endParaRPr lang="en-US" altLang="zh-CN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27A5A36-8641-A1E0-E587-C60607E04D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785" y="1438590"/>
            <a:ext cx="2123495" cy="164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228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实验验证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物理约束感控网络实验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pic>
        <p:nvPicPr>
          <p:cNvPr id="3" name="弯板正面2-基本成功">
            <a:hlinkClick r:id="" action="ppaction://media"/>
            <a:extLst>
              <a:ext uri="{FF2B5EF4-FFF2-40B4-BE49-F238E27FC236}">
                <a16:creationId xmlns:a16="http://schemas.microsoft.com/office/drawing/2014/main" id="{B8983139-0167-40B7-479F-EA8818DAA0B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5596" end="17743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24000" y="1474562"/>
            <a:ext cx="9144000" cy="51435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2B6D758-814A-0570-3FDB-89D13AFFB85D}"/>
              </a:ext>
            </a:extLst>
          </p:cNvPr>
          <p:cNvSpPr txBox="1"/>
          <p:nvPr/>
        </p:nvSpPr>
        <p:spPr>
          <a:xfrm>
            <a:off x="6380270" y="1849714"/>
            <a:ext cx="3374571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无人机在完全自动驾驶下，实现任意曲面的稳定接触</a:t>
            </a:r>
          </a:p>
        </p:txBody>
      </p:sp>
    </p:spTree>
    <p:extLst>
      <p:ext uri="{BB962C8B-B14F-4D97-AF65-F5344CB8AC3E}">
        <p14:creationId xmlns:p14="http://schemas.microsoft.com/office/powerpoint/2010/main" val="96815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6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实验验证</a:t>
            </a:r>
            <a:r>
              <a:rPr kumimoji="0" lang="en-US" altLang="zh-CN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| 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无人机电磁超声</a:t>
            </a:r>
            <a:r>
              <a:rPr lang="zh-CN" altLang="en-US" sz="3200" spc="13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测厚</a:t>
            </a: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结果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403125"/>
            <a:ext cx="2137489" cy="589628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1FD5A7D-4129-5A6C-038C-6CFE436C7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036967"/>
              </p:ext>
            </p:extLst>
          </p:nvPr>
        </p:nvGraphicFramePr>
        <p:xfrm>
          <a:off x="464545" y="1753785"/>
          <a:ext cx="8108715" cy="43010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1743">
                  <a:extLst>
                    <a:ext uri="{9D8B030D-6E8A-4147-A177-3AD203B41FA5}">
                      <a16:colId xmlns:a16="http://schemas.microsoft.com/office/drawing/2014/main" val="1649806520"/>
                    </a:ext>
                  </a:extLst>
                </a:gridCol>
                <a:gridCol w="1621743">
                  <a:extLst>
                    <a:ext uri="{9D8B030D-6E8A-4147-A177-3AD203B41FA5}">
                      <a16:colId xmlns:a16="http://schemas.microsoft.com/office/drawing/2014/main" val="488419125"/>
                    </a:ext>
                  </a:extLst>
                </a:gridCol>
                <a:gridCol w="1621743">
                  <a:extLst>
                    <a:ext uri="{9D8B030D-6E8A-4147-A177-3AD203B41FA5}">
                      <a16:colId xmlns:a16="http://schemas.microsoft.com/office/drawing/2014/main" val="2750492475"/>
                    </a:ext>
                  </a:extLst>
                </a:gridCol>
                <a:gridCol w="1621743">
                  <a:extLst>
                    <a:ext uri="{9D8B030D-6E8A-4147-A177-3AD203B41FA5}">
                      <a16:colId xmlns:a16="http://schemas.microsoft.com/office/drawing/2014/main" val="1059730187"/>
                    </a:ext>
                  </a:extLst>
                </a:gridCol>
                <a:gridCol w="1621743">
                  <a:extLst>
                    <a:ext uri="{9D8B030D-6E8A-4147-A177-3AD203B41FA5}">
                      <a16:colId xmlns:a16="http://schemas.microsoft.com/office/drawing/2014/main" val="2087045257"/>
                    </a:ext>
                  </a:extLst>
                </a:gridCol>
              </a:tblGrid>
              <a:tr h="610158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真实值（</a:t>
                      </a:r>
                      <a:r>
                        <a:rPr lang="en-US" altLang="zh-CN" dirty="0"/>
                        <a:t>mm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测量值（</a:t>
                      </a:r>
                      <a:r>
                        <a:rPr lang="en-US" altLang="zh-CN" dirty="0"/>
                        <a:t>mm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MAE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mm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MRE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%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959722"/>
                  </a:ext>
                </a:extLst>
              </a:tr>
              <a:tr h="61015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平面铝板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3.02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0.66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847473"/>
                  </a:ext>
                </a:extLst>
              </a:tr>
              <a:tr h="61015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平面铁板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2.99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3.02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6772360"/>
                  </a:ext>
                </a:extLst>
              </a:tr>
              <a:tr h="61015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铁制门把手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14.02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13.97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0.36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160375"/>
                  </a:ext>
                </a:extLst>
              </a:tr>
              <a:tr h="61015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彩钢瓦铁皮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4.00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4.04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446164"/>
                  </a:ext>
                </a:extLst>
              </a:tr>
              <a:tr h="61015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曲面铁板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10.98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11.02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0.36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0520857"/>
                  </a:ext>
                </a:extLst>
              </a:tr>
              <a:tr h="61015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</a:t>
                      </a:r>
                      <a:r>
                        <a:rPr lang="zh-CN" altLang="en-US" dirty="0"/>
                        <a:t>型铁管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3.67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3.72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1.36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02748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494796A8-C10C-A233-4646-7C3765C99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078" y="4870260"/>
            <a:ext cx="2642201" cy="106553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1CEBEFA-9260-C2AE-09CF-CFCD2EC52A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079" y="3649485"/>
            <a:ext cx="2642201" cy="10783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9026ABC-BCAE-ABFD-2922-1EB00CF551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077" y="2430776"/>
            <a:ext cx="2642201" cy="107629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BE5DD75-F516-F649-9CEB-F1EC58A6489F}"/>
              </a:ext>
            </a:extLst>
          </p:cNvPr>
          <p:cNvSpPr txBox="1"/>
          <p:nvPr/>
        </p:nvSpPr>
        <p:spPr>
          <a:xfrm>
            <a:off x="9163432" y="1292120"/>
            <a:ext cx="2137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几组典型的物理约束感控网络调优得到的超声</a:t>
            </a:r>
            <a:r>
              <a:rPr lang="en-US" altLang="zh-CN" dirty="0"/>
              <a:t>waveform</a:t>
            </a:r>
            <a:r>
              <a:rPr lang="zh-CN" altLang="en-US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720167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A9F772-D040-497C-B416-09DA66D91772}"/>
              </a:ext>
            </a:extLst>
          </p:cNvPr>
          <p:cNvSpPr txBox="1"/>
          <p:nvPr/>
        </p:nvSpPr>
        <p:spPr>
          <a:xfrm>
            <a:off x="779822" y="617404"/>
            <a:ext cx="728773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Black" panose="00000A00000000000000" pitchFamily="2" charset="-122"/>
              </a:rPr>
              <a:t>待解决问题</a:t>
            </a:r>
            <a:endParaRPr kumimoji="0" lang="zh-CN" altLang="en-US" sz="3200" b="0" i="0" u="none" strike="noStrike" kern="1200" cap="none" spc="130" normalizeH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Black" panose="00000A00000000000000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5ED4F-3C84-4296-BEDE-F43C62A4B90F}"/>
              </a:ext>
            </a:extLst>
          </p:cNvPr>
          <p:cNvSpPr/>
          <p:nvPr/>
        </p:nvSpPr>
        <p:spPr>
          <a:xfrm>
            <a:off x="638720" y="648052"/>
            <a:ext cx="130537" cy="527605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F6E7C9-4D96-49D0-A55A-A56D56A42F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9740074" y="648052"/>
            <a:ext cx="2137489" cy="58962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AD11153-081C-4388-A90E-1DAF2B05EB09}"/>
              </a:ext>
            </a:extLst>
          </p:cNvPr>
          <p:cNvSpPr/>
          <p:nvPr/>
        </p:nvSpPr>
        <p:spPr>
          <a:xfrm>
            <a:off x="874712" y="1703746"/>
            <a:ext cx="3408535" cy="4537075"/>
          </a:xfrm>
          <a:prstGeom prst="rect">
            <a:avLst/>
          </a:prstGeom>
          <a:solidFill>
            <a:srgbClr val="0039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2E532E-F1F1-47BF-841D-CAEDDCA31E1A}"/>
              </a:ext>
            </a:extLst>
          </p:cNvPr>
          <p:cNvSpPr/>
          <p:nvPr/>
        </p:nvSpPr>
        <p:spPr>
          <a:xfrm>
            <a:off x="874712" y="1644014"/>
            <a:ext cx="3408535" cy="47625"/>
          </a:xfrm>
          <a:prstGeom prst="rect">
            <a:avLst/>
          </a:prstGeom>
          <a:solidFill>
            <a:srgbClr val="D29D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A1E233F-A4EB-4EB0-B463-059136CC9142}"/>
              </a:ext>
            </a:extLst>
          </p:cNvPr>
          <p:cNvGrpSpPr/>
          <p:nvPr/>
        </p:nvGrpSpPr>
        <p:grpSpPr>
          <a:xfrm>
            <a:off x="2673121" y="4409502"/>
            <a:ext cx="1428325" cy="1436940"/>
            <a:chOff x="1241975" y="2101423"/>
            <a:chExt cx="599373" cy="602988"/>
          </a:xfrm>
          <a:gradFill>
            <a:gsLst>
              <a:gs pos="0">
                <a:srgbClr val="1D2A71">
                  <a:lumMod val="24000"/>
                  <a:lumOff val="76000"/>
                  <a:alpha val="27000"/>
                </a:srgbClr>
              </a:gs>
              <a:gs pos="100000">
                <a:srgbClr val="1D2A71">
                  <a:lumMod val="24000"/>
                  <a:lumOff val="76000"/>
                  <a:alpha val="0"/>
                </a:srgbClr>
              </a:gs>
              <a:gs pos="54000">
                <a:srgbClr val="1D2A71">
                  <a:lumMod val="24000"/>
                  <a:lumOff val="76000"/>
                  <a:alpha val="14000"/>
                </a:srgbClr>
              </a:gs>
            </a:gsLst>
            <a:lin ang="5400000" scaled="1"/>
          </a:gradFill>
        </p:grpSpPr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365F86C4-D1B8-441D-9AFE-383ED9AD07D4}"/>
                </a:ext>
              </a:extLst>
            </p:cNvPr>
            <p:cNvSpPr/>
            <p:nvPr/>
          </p:nvSpPr>
          <p:spPr>
            <a:xfrm>
              <a:off x="1241975" y="2101423"/>
              <a:ext cx="599373" cy="602988"/>
            </a:xfrm>
            <a:custGeom>
              <a:avLst/>
              <a:gdLst>
                <a:gd name="connsiteX0" fmla="*/ 1324517 w 2275046"/>
                <a:gd name="connsiteY0" fmla="*/ 2191120 h 2288766"/>
                <a:gd name="connsiteX1" fmla="*/ 1399098 w 2275046"/>
                <a:gd name="connsiteY1" fmla="*/ 2150448 h 2288766"/>
                <a:gd name="connsiteX2" fmla="*/ 2183291 w 2275046"/>
                <a:gd name="connsiteY2" fmla="*/ 1709917 h 2288766"/>
                <a:gd name="connsiteX3" fmla="*/ 2207675 w 2275046"/>
                <a:gd name="connsiteY3" fmla="*/ 1667245 h 2288766"/>
                <a:gd name="connsiteX4" fmla="*/ 2207675 w 2275046"/>
                <a:gd name="connsiteY4" fmla="*/ 1518655 h 2288766"/>
                <a:gd name="connsiteX5" fmla="*/ 2240917 w 2275046"/>
                <a:gd name="connsiteY5" fmla="*/ 1478364 h 2288766"/>
                <a:gd name="connsiteX6" fmla="*/ 2275017 w 2275046"/>
                <a:gd name="connsiteY6" fmla="*/ 1517798 h 2288766"/>
                <a:gd name="connsiteX7" fmla="*/ 2275017 w 2275046"/>
                <a:gd name="connsiteY7" fmla="*/ 1686391 h 2288766"/>
                <a:gd name="connsiteX8" fmla="*/ 2227392 w 2275046"/>
                <a:gd name="connsiteY8" fmla="*/ 1762591 h 2288766"/>
                <a:gd name="connsiteX9" fmla="*/ 1497491 w 2275046"/>
                <a:gd name="connsiteY9" fmla="*/ 2171975 h 2288766"/>
                <a:gd name="connsiteX10" fmla="*/ 1377667 w 2275046"/>
                <a:gd name="connsiteY10" fmla="*/ 2238650 h 2288766"/>
                <a:gd name="connsiteX11" fmla="*/ 1255366 w 2275046"/>
                <a:gd name="connsiteY11" fmla="*/ 2282275 h 2288766"/>
                <a:gd name="connsiteX12" fmla="*/ 1170784 w 2275046"/>
                <a:gd name="connsiteY12" fmla="*/ 2285037 h 2288766"/>
                <a:gd name="connsiteX13" fmla="*/ 1039339 w 2275046"/>
                <a:gd name="connsiteY13" fmla="*/ 2285037 h 2288766"/>
                <a:gd name="connsiteX14" fmla="*/ 1006382 w 2275046"/>
                <a:gd name="connsiteY14" fmla="*/ 2279798 h 2288766"/>
                <a:gd name="connsiteX15" fmla="*/ 884653 w 2275046"/>
                <a:gd name="connsiteY15" fmla="*/ 2233411 h 2288766"/>
                <a:gd name="connsiteX16" fmla="*/ 770353 w 2275046"/>
                <a:gd name="connsiteY16" fmla="*/ 2168641 h 2288766"/>
                <a:gd name="connsiteX17" fmla="*/ 55978 w 2275046"/>
                <a:gd name="connsiteY17" fmla="*/ 1767258 h 2288766"/>
                <a:gd name="connsiteX18" fmla="*/ -29 w 2275046"/>
                <a:gd name="connsiteY18" fmla="*/ 1670483 h 2288766"/>
                <a:gd name="connsiteX19" fmla="*/ 1018 w 2275046"/>
                <a:gd name="connsiteY19" fmla="*/ 301551 h 2288766"/>
                <a:gd name="connsiteX20" fmla="*/ 131701 w 2275046"/>
                <a:gd name="connsiteY20" fmla="*/ 221160 h 2288766"/>
                <a:gd name="connsiteX21" fmla="*/ 140464 w 2275046"/>
                <a:gd name="connsiteY21" fmla="*/ 224208 h 2288766"/>
                <a:gd name="connsiteX22" fmla="*/ 232952 w 2275046"/>
                <a:gd name="connsiteY22" fmla="*/ 131720 h 2288766"/>
                <a:gd name="connsiteX23" fmla="*/ 301437 w 2275046"/>
                <a:gd name="connsiteY23" fmla="*/ 113241 h 2288766"/>
                <a:gd name="connsiteX24" fmla="*/ 459076 w 2275046"/>
                <a:gd name="connsiteY24" fmla="*/ 163057 h 2288766"/>
                <a:gd name="connsiteX25" fmla="*/ 459076 w 2275046"/>
                <a:gd name="connsiteY25" fmla="*/ 47424 h 2288766"/>
                <a:gd name="connsiteX26" fmla="*/ 518893 w 2275046"/>
                <a:gd name="connsiteY26" fmla="*/ 6276 h 2288766"/>
                <a:gd name="connsiteX27" fmla="*/ 1053817 w 2275046"/>
                <a:gd name="connsiteY27" fmla="*/ 438425 h 2288766"/>
                <a:gd name="connsiteX28" fmla="*/ 1138589 w 2275046"/>
                <a:gd name="connsiteY28" fmla="*/ 599492 h 2288766"/>
                <a:gd name="connsiteX29" fmla="*/ 1195739 w 2275046"/>
                <a:gd name="connsiteY29" fmla="*/ 480906 h 2288766"/>
                <a:gd name="connsiteX30" fmla="*/ 1661321 w 2275046"/>
                <a:gd name="connsiteY30" fmla="*/ 48757 h 2288766"/>
                <a:gd name="connsiteX31" fmla="*/ 1760381 w 2275046"/>
                <a:gd name="connsiteY31" fmla="*/ 4656 h 2288766"/>
                <a:gd name="connsiteX32" fmla="*/ 1815436 w 2275046"/>
                <a:gd name="connsiteY32" fmla="*/ 40851 h 2288766"/>
                <a:gd name="connsiteX33" fmla="*/ 1815436 w 2275046"/>
                <a:gd name="connsiteY33" fmla="*/ 163819 h 2288766"/>
                <a:gd name="connsiteX34" fmla="*/ 1950214 w 2275046"/>
                <a:gd name="connsiteY34" fmla="*/ 119433 h 2288766"/>
                <a:gd name="connsiteX35" fmla="*/ 2054989 w 2275046"/>
                <a:gd name="connsiteY35" fmla="*/ 145150 h 2288766"/>
                <a:gd name="connsiteX36" fmla="*/ 2131189 w 2275046"/>
                <a:gd name="connsiteY36" fmla="*/ 223922 h 2288766"/>
                <a:gd name="connsiteX37" fmla="*/ 2138714 w 2275046"/>
                <a:gd name="connsiteY37" fmla="*/ 222493 h 2288766"/>
                <a:gd name="connsiteX38" fmla="*/ 2274350 w 2275046"/>
                <a:gd name="connsiteY38" fmla="*/ 306409 h 2288766"/>
                <a:gd name="connsiteX39" fmla="*/ 2272921 w 2275046"/>
                <a:gd name="connsiteY39" fmla="*/ 1269195 h 2288766"/>
                <a:gd name="connsiteX40" fmla="*/ 2240346 w 2275046"/>
                <a:gd name="connsiteY40" fmla="*/ 1329393 h 2288766"/>
                <a:gd name="connsiteX41" fmla="*/ 2205484 w 2275046"/>
                <a:gd name="connsiteY41" fmla="*/ 1268910 h 2288766"/>
                <a:gd name="connsiteX42" fmla="*/ 2205484 w 2275046"/>
                <a:gd name="connsiteY42" fmla="*/ 308885 h 2288766"/>
                <a:gd name="connsiteX43" fmla="*/ 2164527 w 2275046"/>
                <a:gd name="connsiteY43" fmla="*/ 286120 h 2288766"/>
                <a:gd name="connsiteX44" fmla="*/ 1348330 w 2275046"/>
                <a:gd name="connsiteY44" fmla="*/ 744844 h 2288766"/>
                <a:gd name="connsiteX45" fmla="*/ 1319278 w 2275046"/>
                <a:gd name="connsiteY45" fmla="*/ 793993 h 2288766"/>
                <a:gd name="connsiteX46" fmla="*/ 1319945 w 2275046"/>
                <a:gd name="connsiteY46" fmla="*/ 2145495 h 2288766"/>
                <a:gd name="connsiteX47" fmla="*/ 1324517 w 2275046"/>
                <a:gd name="connsiteY47" fmla="*/ 2191120 h 2288766"/>
                <a:gd name="connsiteX48" fmla="*/ 68741 w 2275046"/>
                <a:gd name="connsiteY48" fmla="*/ 984588 h 2288766"/>
                <a:gd name="connsiteX49" fmla="*/ 68074 w 2275046"/>
                <a:gd name="connsiteY49" fmla="*/ 1661816 h 2288766"/>
                <a:gd name="connsiteX50" fmla="*/ 97316 w 2275046"/>
                <a:gd name="connsiteY50" fmla="*/ 1712965 h 2288766"/>
                <a:gd name="connsiteX51" fmla="*/ 769876 w 2275046"/>
                <a:gd name="connsiteY51" fmla="*/ 2090346 h 2288766"/>
                <a:gd name="connsiteX52" fmla="*/ 919133 w 2275046"/>
                <a:gd name="connsiteY52" fmla="*/ 2174452 h 2288766"/>
                <a:gd name="connsiteX53" fmla="*/ 954090 w 2275046"/>
                <a:gd name="connsiteY53" fmla="*/ 2152734 h 2288766"/>
                <a:gd name="connsiteX54" fmla="*/ 954090 w 2275046"/>
                <a:gd name="connsiteY54" fmla="*/ 2138542 h 2288766"/>
                <a:gd name="connsiteX55" fmla="*/ 954661 w 2275046"/>
                <a:gd name="connsiteY55" fmla="*/ 789707 h 2288766"/>
                <a:gd name="connsiteX56" fmla="*/ 926753 w 2275046"/>
                <a:gd name="connsiteY56" fmla="*/ 745606 h 2288766"/>
                <a:gd name="connsiteX57" fmla="*/ 107603 w 2275046"/>
                <a:gd name="connsiteY57" fmla="*/ 285453 h 2288766"/>
                <a:gd name="connsiteX58" fmla="*/ 68170 w 2275046"/>
                <a:gd name="connsiteY58" fmla="*/ 307456 h 2288766"/>
                <a:gd name="connsiteX59" fmla="*/ 68741 w 2275046"/>
                <a:gd name="connsiteY59" fmla="*/ 984588 h 2288766"/>
                <a:gd name="connsiteX60" fmla="*/ 527275 w 2275046"/>
                <a:gd name="connsiteY60" fmla="*/ 82380 h 2288766"/>
                <a:gd name="connsiteX61" fmla="*/ 527275 w 2275046"/>
                <a:gd name="connsiteY61" fmla="*/ 162200 h 2288766"/>
                <a:gd name="connsiteX62" fmla="*/ 554040 w 2275046"/>
                <a:gd name="connsiteY62" fmla="*/ 205062 h 2288766"/>
                <a:gd name="connsiteX63" fmla="*/ 661958 w 2275046"/>
                <a:gd name="connsiteY63" fmla="*/ 256878 h 2288766"/>
                <a:gd name="connsiteX64" fmla="*/ 678894 w 2275046"/>
                <a:gd name="connsiteY64" fmla="*/ 295198 h 2288766"/>
                <a:gd name="connsiteX65" fmla="*/ 676436 w 2275046"/>
                <a:gd name="connsiteY65" fmla="*/ 300122 h 2288766"/>
                <a:gd name="connsiteX66" fmla="*/ 633478 w 2275046"/>
                <a:gd name="connsiteY66" fmla="*/ 316886 h 2288766"/>
                <a:gd name="connsiteX67" fmla="*/ 610333 w 2275046"/>
                <a:gd name="connsiteY67" fmla="*/ 305932 h 2288766"/>
                <a:gd name="connsiteX68" fmla="*/ 305533 w 2275046"/>
                <a:gd name="connsiteY68" fmla="*/ 185536 h 2288766"/>
                <a:gd name="connsiteX69" fmla="*/ 276958 w 2275046"/>
                <a:gd name="connsiteY69" fmla="*/ 185536 h 2288766"/>
                <a:gd name="connsiteX70" fmla="*/ 199710 w 2275046"/>
                <a:gd name="connsiteY70" fmla="*/ 256021 h 2288766"/>
                <a:gd name="connsiteX71" fmla="*/ 217236 w 2275046"/>
                <a:gd name="connsiteY71" fmla="*/ 268975 h 2288766"/>
                <a:gd name="connsiteX72" fmla="*/ 977998 w 2275046"/>
                <a:gd name="connsiteY72" fmla="*/ 697028 h 2288766"/>
                <a:gd name="connsiteX73" fmla="*/ 1084678 w 2275046"/>
                <a:gd name="connsiteY73" fmla="*/ 706553 h 2288766"/>
                <a:gd name="connsiteX74" fmla="*/ 829693 w 2275046"/>
                <a:gd name="connsiteY74" fmla="*/ 440806 h 2288766"/>
                <a:gd name="connsiteX75" fmla="*/ 804262 w 2275046"/>
                <a:gd name="connsiteY75" fmla="*/ 379179 h 2288766"/>
                <a:gd name="connsiteX76" fmla="*/ 870175 w 2275046"/>
                <a:gd name="connsiteY76" fmla="*/ 387085 h 2288766"/>
                <a:gd name="connsiteX77" fmla="*/ 1021527 w 2275046"/>
                <a:gd name="connsiteY77" fmla="*/ 513387 h 2288766"/>
                <a:gd name="connsiteX78" fmla="*/ 526989 w 2275046"/>
                <a:gd name="connsiteY78" fmla="*/ 82380 h 2288766"/>
                <a:gd name="connsiteX79" fmla="*/ 1251175 w 2275046"/>
                <a:gd name="connsiteY79" fmla="*/ 1911180 h 2288766"/>
                <a:gd name="connsiteX80" fmla="*/ 1251175 w 2275046"/>
                <a:gd name="connsiteY80" fmla="*/ 1081267 h 2288766"/>
                <a:gd name="connsiteX81" fmla="*/ 1023908 w 2275046"/>
                <a:gd name="connsiteY81" fmla="*/ 1081267 h 2288766"/>
                <a:gd name="connsiteX82" fmla="*/ 1023908 w 2275046"/>
                <a:gd name="connsiteY82" fmla="*/ 1911180 h 2288766"/>
                <a:gd name="connsiteX83" fmla="*/ 1193358 w 2275046"/>
                <a:gd name="connsiteY83" fmla="*/ 704744 h 2288766"/>
                <a:gd name="connsiteX84" fmla="*/ 1318421 w 2275046"/>
                <a:gd name="connsiteY84" fmla="*/ 686646 h 2288766"/>
                <a:gd name="connsiteX85" fmla="*/ 1952691 w 2275046"/>
                <a:gd name="connsiteY85" fmla="*/ 329364 h 2288766"/>
                <a:gd name="connsiteX86" fmla="*/ 2079564 w 2275046"/>
                <a:gd name="connsiteY86" fmla="*/ 257068 h 2288766"/>
                <a:gd name="connsiteX87" fmla="*/ 2000792 w 2275046"/>
                <a:gd name="connsiteY87" fmla="*/ 187060 h 2288766"/>
                <a:gd name="connsiteX88" fmla="*/ 1975075 w 2275046"/>
                <a:gd name="connsiteY88" fmla="*/ 184107 h 2288766"/>
                <a:gd name="connsiteX89" fmla="*/ 1399669 w 2275046"/>
                <a:gd name="connsiteY89" fmla="*/ 478525 h 2288766"/>
                <a:gd name="connsiteX90" fmla="*/ 1193167 w 2275046"/>
                <a:gd name="connsiteY90" fmla="*/ 704744 h 2288766"/>
                <a:gd name="connsiteX91" fmla="*/ 1748475 w 2275046"/>
                <a:gd name="connsiteY91" fmla="*/ 82571 h 2288766"/>
                <a:gd name="connsiteX92" fmla="*/ 1259842 w 2275046"/>
                <a:gd name="connsiteY92" fmla="*/ 508243 h 2288766"/>
                <a:gd name="connsiteX93" fmla="*/ 1397860 w 2275046"/>
                <a:gd name="connsiteY93" fmla="*/ 393943 h 2288766"/>
                <a:gd name="connsiteX94" fmla="*/ 1721710 w 2275046"/>
                <a:gd name="connsiteY94" fmla="*/ 203443 h 2288766"/>
                <a:gd name="connsiteX95" fmla="*/ 1746856 w 2275046"/>
                <a:gd name="connsiteY95" fmla="*/ 178583 h 2288766"/>
                <a:gd name="connsiteX96" fmla="*/ 1748284 w 2275046"/>
                <a:gd name="connsiteY96" fmla="*/ 82571 h 2288766"/>
                <a:gd name="connsiteX97" fmla="*/ 1027147 w 2275046"/>
                <a:gd name="connsiteY97" fmla="*/ 863621 h 2288766"/>
                <a:gd name="connsiteX98" fmla="*/ 1253746 w 2275046"/>
                <a:gd name="connsiteY98" fmla="*/ 863621 h 2288766"/>
                <a:gd name="connsiteX99" fmla="*/ 1253746 w 2275046"/>
                <a:gd name="connsiteY99" fmla="*/ 797708 h 2288766"/>
                <a:gd name="connsiteX100" fmla="*/ 1229458 w 2275046"/>
                <a:gd name="connsiteY100" fmla="*/ 775419 h 2288766"/>
                <a:gd name="connsiteX101" fmla="*/ 1095155 w 2275046"/>
                <a:gd name="connsiteY101" fmla="*/ 775419 h 2288766"/>
                <a:gd name="connsiteX102" fmla="*/ 1022956 w 2275046"/>
                <a:gd name="connsiteY102" fmla="*/ 856382 h 2288766"/>
                <a:gd name="connsiteX103" fmla="*/ 1026956 w 2275046"/>
                <a:gd name="connsiteY103" fmla="*/ 863716 h 2288766"/>
                <a:gd name="connsiteX104" fmla="*/ 1251651 w 2275046"/>
                <a:gd name="connsiteY104" fmla="*/ 2132351 h 2288766"/>
                <a:gd name="connsiteX105" fmla="*/ 1021717 w 2275046"/>
                <a:gd name="connsiteY105" fmla="*/ 2132351 h 2288766"/>
                <a:gd name="connsiteX106" fmla="*/ 1021717 w 2275046"/>
                <a:gd name="connsiteY106" fmla="*/ 2193692 h 2288766"/>
                <a:gd name="connsiteX107" fmla="*/ 1045054 w 2275046"/>
                <a:gd name="connsiteY107" fmla="*/ 2217028 h 2288766"/>
                <a:gd name="connsiteX108" fmla="*/ 1181642 w 2275046"/>
                <a:gd name="connsiteY108" fmla="*/ 2217028 h 2288766"/>
                <a:gd name="connsiteX109" fmla="*/ 1251460 w 2275046"/>
                <a:gd name="connsiteY109" fmla="*/ 2132446 h 2288766"/>
                <a:gd name="connsiteX110" fmla="*/ 1252127 w 2275046"/>
                <a:gd name="connsiteY110" fmla="*/ 932772 h 2288766"/>
                <a:gd name="connsiteX111" fmla="*/ 1024480 w 2275046"/>
                <a:gd name="connsiteY111" fmla="*/ 932772 h 2288766"/>
                <a:gd name="connsiteX112" fmla="*/ 1024480 w 2275046"/>
                <a:gd name="connsiteY112" fmla="*/ 1008972 h 2288766"/>
                <a:gd name="connsiteX113" fmla="*/ 1251937 w 2275046"/>
                <a:gd name="connsiteY113" fmla="*/ 1008972 h 2288766"/>
                <a:gd name="connsiteX114" fmla="*/ 1252127 w 2275046"/>
                <a:gd name="connsiteY114" fmla="*/ 1982999 h 2288766"/>
                <a:gd name="connsiteX115" fmla="*/ 1023527 w 2275046"/>
                <a:gd name="connsiteY115" fmla="*/ 1982999 h 2288766"/>
                <a:gd name="connsiteX116" fmla="*/ 1023527 w 2275046"/>
                <a:gd name="connsiteY116" fmla="*/ 2059770 h 2288766"/>
                <a:gd name="connsiteX117" fmla="*/ 1252127 w 2275046"/>
                <a:gd name="connsiteY117" fmla="*/ 2059770 h 228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2275046" h="2288766">
                  <a:moveTo>
                    <a:pt x="1324517" y="2191120"/>
                  </a:moveTo>
                  <a:cubicBezTo>
                    <a:pt x="1354426" y="2174832"/>
                    <a:pt x="1376905" y="2162545"/>
                    <a:pt x="1399098" y="2150448"/>
                  </a:cubicBezTo>
                  <a:cubicBezTo>
                    <a:pt x="1660273" y="2003506"/>
                    <a:pt x="1921668" y="1856669"/>
                    <a:pt x="2183291" y="1709917"/>
                  </a:cubicBezTo>
                  <a:cubicBezTo>
                    <a:pt x="2199931" y="1702621"/>
                    <a:pt x="2209837" y="1685285"/>
                    <a:pt x="2207675" y="1667245"/>
                  </a:cubicBezTo>
                  <a:cubicBezTo>
                    <a:pt x="2206342" y="1617810"/>
                    <a:pt x="2207675" y="1568185"/>
                    <a:pt x="2207675" y="1518655"/>
                  </a:cubicBezTo>
                  <a:cubicBezTo>
                    <a:pt x="2207675" y="1495891"/>
                    <a:pt x="2214629" y="1478745"/>
                    <a:pt x="2240917" y="1478364"/>
                  </a:cubicBezTo>
                  <a:cubicBezTo>
                    <a:pt x="2267206" y="1477984"/>
                    <a:pt x="2275017" y="1494938"/>
                    <a:pt x="2275017" y="1517798"/>
                  </a:cubicBezTo>
                  <a:cubicBezTo>
                    <a:pt x="2275017" y="1573995"/>
                    <a:pt x="2275017" y="1630193"/>
                    <a:pt x="2275017" y="1686391"/>
                  </a:cubicBezTo>
                  <a:cubicBezTo>
                    <a:pt x="2275017" y="1721157"/>
                    <a:pt x="2257777" y="1745350"/>
                    <a:pt x="2227392" y="1762591"/>
                  </a:cubicBezTo>
                  <a:cubicBezTo>
                    <a:pt x="1984000" y="1898922"/>
                    <a:pt x="1740693" y="2035386"/>
                    <a:pt x="1497491" y="2171975"/>
                  </a:cubicBezTo>
                  <a:cubicBezTo>
                    <a:pt x="1457677" y="2194358"/>
                    <a:pt x="1418815" y="2218742"/>
                    <a:pt x="1377667" y="2238650"/>
                  </a:cubicBezTo>
                  <a:cubicBezTo>
                    <a:pt x="1338805" y="2257700"/>
                    <a:pt x="1295085" y="2262176"/>
                    <a:pt x="1255366" y="2282275"/>
                  </a:cubicBezTo>
                  <a:cubicBezTo>
                    <a:pt x="1232601" y="2293800"/>
                    <a:pt x="1199359" y="2284941"/>
                    <a:pt x="1170784" y="2285037"/>
                  </a:cubicBezTo>
                  <a:cubicBezTo>
                    <a:pt x="1126969" y="2285037"/>
                    <a:pt x="1083154" y="2285037"/>
                    <a:pt x="1039339" y="2285037"/>
                  </a:cubicBezTo>
                  <a:cubicBezTo>
                    <a:pt x="1028099" y="2285037"/>
                    <a:pt x="1012859" y="2286180"/>
                    <a:pt x="1006382" y="2279798"/>
                  </a:cubicBezTo>
                  <a:cubicBezTo>
                    <a:pt x="972283" y="2246079"/>
                    <a:pt x="922276" y="2257129"/>
                    <a:pt x="884653" y="2233411"/>
                  </a:cubicBezTo>
                  <a:cubicBezTo>
                    <a:pt x="847029" y="2209694"/>
                    <a:pt x="808453" y="2190167"/>
                    <a:pt x="770353" y="2168641"/>
                  </a:cubicBezTo>
                  <a:cubicBezTo>
                    <a:pt x="532228" y="2034719"/>
                    <a:pt x="294769" y="1900226"/>
                    <a:pt x="55978" y="1767258"/>
                  </a:cubicBezTo>
                  <a:cubicBezTo>
                    <a:pt x="16163" y="1745064"/>
                    <a:pt x="-125" y="1715346"/>
                    <a:pt x="-29" y="1670483"/>
                  </a:cubicBezTo>
                  <a:cubicBezTo>
                    <a:pt x="1368" y="1214169"/>
                    <a:pt x="1717" y="757865"/>
                    <a:pt x="1018" y="301551"/>
                  </a:cubicBezTo>
                  <a:cubicBezTo>
                    <a:pt x="1018" y="216969"/>
                    <a:pt x="55120" y="183822"/>
                    <a:pt x="131701" y="221160"/>
                  </a:cubicBezTo>
                  <a:cubicBezTo>
                    <a:pt x="134553" y="222369"/>
                    <a:pt x="137480" y="223389"/>
                    <a:pt x="140464" y="224208"/>
                  </a:cubicBezTo>
                  <a:cubicBezTo>
                    <a:pt x="171325" y="193632"/>
                    <a:pt x="203520" y="164010"/>
                    <a:pt x="232952" y="131720"/>
                  </a:cubicBezTo>
                  <a:cubicBezTo>
                    <a:pt x="252955" y="109812"/>
                    <a:pt x="273529" y="103812"/>
                    <a:pt x="301437" y="113241"/>
                  </a:cubicBezTo>
                  <a:cubicBezTo>
                    <a:pt x="352586" y="130481"/>
                    <a:pt x="404402" y="145912"/>
                    <a:pt x="459076" y="163057"/>
                  </a:cubicBezTo>
                  <a:cubicBezTo>
                    <a:pt x="459076" y="123338"/>
                    <a:pt x="459076" y="85428"/>
                    <a:pt x="459076" y="47424"/>
                  </a:cubicBezTo>
                  <a:cubicBezTo>
                    <a:pt x="459552" y="3132"/>
                    <a:pt x="478126" y="-9726"/>
                    <a:pt x="518893" y="6276"/>
                  </a:cubicBezTo>
                  <a:cubicBezTo>
                    <a:pt x="740825" y="96287"/>
                    <a:pt x="925801" y="232685"/>
                    <a:pt x="1053817" y="438425"/>
                  </a:cubicBezTo>
                  <a:cubicBezTo>
                    <a:pt x="1085630" y="489574"/>
                    <a:pt x="1110300" y="545200"/>
                    <a:pt x="1138589" y="599492"/>
                  </a:cubicBezTo>
                  <a:cubicBezTo>
                    <a:pt x="1157639" y="560249"/>
                    <a:pt x="1174879" y="519483"/>
                    <a:pt x="1195739" y="480906"/>
                  </a:cubicBezTo>
                  <a:cubicBezTo>
                    <a:pt x="1303372" y="285930"/>
                    <a:pt x="1463868" y="147531"/>
                    <a:pt x="1661321" y="48757"/>
                  </a:cubicBezTo>
                  <a:cubicBezTo>
                    <a:pt x="1693706" y="32660"/>
                    <a:pt x="1726948" y="18372"/>
                    <a:pt x="1760381" y="4656"/>
                  </a:cubicBezTo>
                  <a:cubicBezTo>
                    <a:pt x="1793814" y="-9059"/>
                    <a:pt x="1814483" y="4656"/>
                    <a:pt x="1815436" y="40851"/>
                  </a:cubicBezTo>
                  <a:cubicBezTo>
                    <a:pt x="1816388" y="80761"/>
                    <a:pt x="1815436" y="120576"/>
                    <a:pt x="1815436" y="163819"/>
                  </a:cubicBezTo>
                  <a:cubicBezTo>
                    <a:pt x="1862584" y="148484"/>
                    <a:pt x="1907066" y="135720"/>
                    <a:pt x="1950214" y="119433"/>
                  </a:cubicBezTo>
                  <a:cubicBezTo>
                    <a:pt x="1993363" y="103145"/>
                    <a:pt x="2025652" y="106288"/>
                    <a:pt x="2054989" y="145150"/>
                  </a:cubicBezTo>
                  <a:cubicBezTo>
                    <a:pt x="2077278" y="174392"/>
                    <a:pt x="2106424" y="198395"/>
                    <a:pt x="2131189" y="223922"/>
                  </a:cubicBezTo>
                  <a:cubicBezTo>
                    <a:pt x="2135190" y="223255"/>
                    <a:pt x="2137381" y="223922"/>
                    <a:pt x="2138714" y="222493"/>
                  </a:cubicBezTo>
                  <a:cubicBezTo>
                    <a:pt x="2204151" y="176773"/>
                    <a:pt x="2275303" y="221540"/>
                    <a:pt x="2274350" y="306409"/>
                  </a:cubicBezTo>
                  <a:cubicBezTo>
                    <a:pt x="2270826" y="627306"/>
                    <a:pt x="2272921" y="948203"/>
                    <a:pt x="2272921" y="1269195"/>
                  </a:cubicBezTo>
                  <a:cubicBezTo>
                    <a:pt x="2272921" y="1310343"/>
                    <a:pt x="2263396" y="1328346"/>
                    <a:pt x="2240346" y="1329393"/>
                  </a:cubicBezTo>
                  <a:cubicBezTo>
                    <a:pt x="2217296" y="1330441"/>
                    <a:pt x="2205484" y="1311201"/>
                    <a:pt x="2205484" y="1268910"/>
                  </a:cubicBezTo>
                  <a:lnTo>
                    <a:pt x="2205484" y="308885"/>
                  </a:lnTo>
                  <a:cubicBezTo>
                    <a:pt x="2205484" y="266689"/>
                    <a:pt x="2202055" y="264974"/>
                    <a:pt x="2164527" y="286120"/>
                  </a:cubicBezTo>
                  <a:cubicBezTo>
                    <a:pt x="1892560" y="439216"/>
                    <a:pt x="1620487" y="592129"/>
                    <a:pt x="1348330" y="744844"/>
                  </a:cubicBezTo>
                  <a:cubicBezTo>
                    <a:pt x="1329089" y="753274"/>
                    <a:pt x="1317392" y="773067"/>
                    <a:pt x="1319278" y="793993"/>
                  </a:cubicBezTo>
                  <a:cubicBezTo>
                    <a:pt x="1320040" y="1244526"/>
                    <a:pt x="1320260" y="1695030"/>
                    <a:pt x="1319945" y="2145495"/>
                  </a:cubicBezTo>
                  <a:cubicBezTo>
                    <a:pt x="1321374" y="2158164"/>
                    <a:pt x="1323088" y="2170927"/>
                    <a:pt x="1324517" y="2191120"/>
                  </a:cubicBezTo>
                  <a:close/>
                  <a:moveTo>
                    <a:pt x="68741" y="984588"/>
                  </a:moveTo>
                  <a:cubicBezTo>
                    <a:pt x="68741" y="1210331"/>
                    <a:pt x="68741" y="1436073"/>
                    <a:pt x="68074" y="1661816"/>
                  </a:cubicBezTo>
                  <a:cubicBezTo>
                    <a:pt x="65707" y="1683400"/>
                    <a:pt x="77515" y="1704049"/>
                    <a:pt x="97316" y="1712965"/>
                  </a:cubicBezTo>
                  <a:cubicBezTo>
                    <a:pt x="321979" y="1837933"/>
                    <a:pt x="546166" y="1963729"/>
                    <a:pt x="769876" y="2090346"/>
                  </a:cubicBezTo>
                  <a:cubicBezTo>
                    <a:pt x="819692" y="2118349"/>
                    <a:pt x="869317" y="2146638"/>
                    <a:pt x="919133" y="2174452"/>
                  </a:cubicBezTo>
                  <a:cubicBezTo>
                    <a:pt x="949708" y="2191406"/>
                    <a:pt x="953899" y="2188644"/>
                    <a:pt x="954090" y="2152734"/>
                  </a:cubicBezTo>
                  <a:lnTo>
                    <a:pt x="954090" y="2138542"/>
                  </a:lnTo>
                  <a:cubicBezTo>
                    <a:pt x="954090" y="1688962"/>
                    <a:pt x="954280" y="1239353"/>
                    <a:pt x="954661" y="789707"/>
                  </a:cubicBezTo>
                  <a:cubicBezTo>
                    <a:pt x="954661" y="766847"/>
                    <a:pt x="945136" y="755988"/>
                    <a:pt x="926753" y="745606"/>
                  </a:cubicBezTo>
                  <a:cubicBezTo>
                    <a:pt x="653703" y="592635"/>
                    <a:pt x="380653" y="439253"/>
                    <a:pt x="107603" y="285453"/>
                  </a:cubicBezTo>
                  <a:cubicBezTo>
                    <a:pt x="71503" y="265070"/>
                    <a:pt x="68170" y="266403"/>
                    <a:pt x="68170" y="307456"/>
                  </a:cubicBezTo>
                  <a:cubicBezTo>
                    <a:pt x="68551" y="533132"/>
                    <a:pt x="68741" y="758846"/>
                    <a:pt x="68741" y="984588"/>
                  </a:cubicBezTo>
                  <a:close/>
                  <a:moveTo>
                    <a:pt x="527275" y="82380"/>
                  </a:moveTo>
                  <a:cubicBezTo>
                    <a:pt x="527275" y="113051"/>
                    <a:pt x="528799" y="137816"/>
                    <a:pt x="527275" y="162200"/>
                  </a:cubicBezTo>
                  <a:cubicBezTo>
                    <a:pt x="525465" y="184583"/>
                    <a:pt x="532894" y="196300"/>
                    <a:pt x="554040" y="205062"/>
                  </a:cubicBezTo>
                  <a:cubicBezTo>
                    <a:pt x="590902" y="220302"/>
                    <a:pt x="626430" y="238685"/>
                    <a:pt x="661958" y="256878"/>
                  </a:cubicBezTo>
                  <a:cubicBezTo>
                    <a:pt x="677217" y="262784"/>
                    <a:pt x="684799" y="279938"/>
                    <a:pt x="678894" y="295198"/>
                  </a:cubicBezTo>
                  <a:cubicBezTo>
                    <a:pt x="678227" y="296912"/>
                    <a:pt x="677408" y="298560"/>
                    <a:pt x="676436" y="300122"/>
                  </a:cubicBezTo>
                  <a:cubicBezTo>
                    <a:pt x="666911" y="319172"/>
                    <a:pt x="652147" y="323267"/>
                    <a:pt x="633478" y="316886"/>
                  </a:cubicBezTo>
                  <a:cubicBezTo>
                    <a:pt x="625477" y="314124"/>
                    <a:pt x="618238" y="309075"/>
                    <a:pt x="610333" y="305932"/>
                  </a:cubicBezTo>
                  <a:cubicBezTo>
                    <a:pt x="508891" y="265546"/>
                    <a:pt x="407545" y="225160"/>
                    <a:pt x="305533" y="185536"/>
                  </a:cubicBezTo>
                  <a:cubicBezTo>
                    <a:pt x="296960" y="182202"/>
                    <a:pt x="282673" y="180964"/>
                    <a:pt x="276958" y="185536"/>
                  </a:cubicBezTo>
                  <a:cubicBezTo>
                    <a:pt x="250669" y="207062"/>
                    <a:pt x="226570" y="231065"/>
                    <a:pt x="199710" y="256021"/>
                  </a:cubicBezTo>
                  <a:cubicBezTo>
                    <a:pt x="205327" y="260631"/>
                    <a:pt x="211176" y="264955"/>
                    <a:pt x="217236" y="268975"/>
                  </a:cubicBezTo>
                  <a:cubicBezTo>
                    <a:pt x="470791" y="411783"/>
                    <a:pt x="724375" y="554468"/>
                    <a:pt x="977998" y="697028"/>
                  </a:cubicBezTo>
                  <a:cubicBezTo>
                    <a:pt x="1010859" y="715507"/>
                    <a:pt x="1044673" y="705316"/>
                    <a:pt x="1084678" y="706553"/>
                  </a:cubicBezTo>
                  <a:cubicBezTo>
                    <a:pt x="1015802" y="603798"/>
                    <a:pt x="929515" y="513863"/>
                    <a:pt x="829693" y="440806"/>
                  </a:cubicBezTo>
                  <a:cubicBezTo>
                    <a:pt x="795689" y="415375"/>
                    <a:pt x="788926" y="399277"/>
                    <a:pt x="804262" y="379179"/>
                  </a:cubicBezTo>
                  <a:cubicBezTo>
                    <a:pt x="819597" y="359081"/>
                    <a:pt x="835885" y="359462"/>
                    <a:pt x="870175" y="387085"/>
                  </a:cubicBezTo>
                  <a:cubicBezTo>
                    <a:pt x="919324" y="426709"/>
                    <a:pt x="967234" y="467857"/>
                    <a:pt x="1021527" y="513387"/>
                  </a:cubicBezTo>
                  <a:cubicBezTo>
                    <a:pt x="904750" y="310314"/>
                    <a:pt x="737682" y="176392"/>
                    <a:pt x="526989" y="82380"/>
                  </a:cubicBezTo>
                  <a:close/>
                  <a:moveTo>
                    <a:pt x="1251175" y="1911180"/>
                  </a:moveTo>
                  <a:lnTo>
                    <a:pt x="1251175" y="1081267"/>
                  </a:lnTo>
                  <a:lnTo>
                    <a:pt x="1023908" y="1081267"/>
                  </a:lnTo>
                  <a:lnTo>
                    <a:pt x="1023908" y="1911180"/>
                  </a:lnTo>
                  <a:close/>
                  <a:moveTo>
                    <a:pt x="1193358" y="704744"/>
                  </a:moveTo>
                  <a:cubicBezTo>
                    <a:pt x="1240126" y="710173"/>
                    <a:pt x="1279083" y="709316"/>
                    <a:pt x="1318421" y="686646"/>
                  </a:cubicBezTo>
                  <a:cubicBezTo>
                    <a:pt x="1529114" y="566250"/>
                    <a:pt x="1741141" y="448521"/>
                    <a:pt x="1952691" y="329364"/>
                  </a:cubicBezTo>
                  <a:cubicBezTo>
                    <a:pt x="1992220" y="307170"/>
                    <a:pt x="2031463" y="284501"/>
                    <a:pt x="2079564" y="257068"/>
                  </a:cubicBezTo>
                  <a:cubicBezTo>
                    <a:pt x="2050513" y="230970"/>
                    <a:pt x="2026510" y="208015"/>
                    <a:pt x="2000792" y="187060"/>
                  </a:cubicBezTo>
                  <a:cubicBezTo>
                    <a:pt x="1992991" y="182564"/>
                    <a:pt x="1983685" y="181498"/>
                    <a:pt x="1975075" y="184107"/>
                  </a:cubicBezTo>
                  <a:cubicBezTo>
                    <a:pt x="1764667" y="245734"/>
                    <a:pt x="1570167" y="338889"/>
                    <a:pt x="1399669" y="478525"/>
                  </a:cubicBezTo>
                  <a:cubicBezTo>
                    <a:pt x="1319574" y="542819"/>
                    <a:pt x="1249908" y="619133"/>
                    <a:pt x="1193167" y="704744"/>
                  </a:cubicBezTo>
                  <a:close/>
                  <a:moveTo>
                    <a:pt x="1748475" y="82571"/>
                  </a:moveTo>
                  <a:cubicBezTo>
                    <a:pt x="1537591" y="176868"/>
                    <a:pt x="1370428" y="310409"/>
                    <a:pt x="1259842" y="508243"/>
                  </a:cubicBezTo>
                  <a:cubicBezTo>
                    <a:pt x="1306515" y="471000"/>
                    <a:pt x="1350711" y="430710"/>
                    <a:pt x="1397860" y="393943"/>
                  </a:cubicBezTo>
                  <a:cubicBezTo>
                    <a:pt x="1497882" y="317829"/>
                    <a:pt x="1606590" y="253887"/>
                    <a:pt x="1721710" y="203443"/>
                  </a:cubicBezTo>
                  <a:cubicBezTo>
                    <a:pt x="1732092" y="198776"/>
                    <a:pt x="1745903" y="187822"/>
                    <a:pt x="1746856" y="178583"/>
                  </a:cubicBezTo>
                  <a:cubicBezTo>
                    <a:pt x="1748980" y="146626"/>
                    <a:pt x="1749456" y="114575"/>
                    <a:pt x="1748284" y="82571"/>
                  </a:cubicBezTo>
                  <a:close/>
                  <a:moveTo>
                    <a:pt x="1027147" y="863621"/>
                  </a:moveTo>
                  <a:lnTo>
                    <a:pt x="1253746" y="863621"/>
                  </a:lnTo>
                  <a:cubicBezTo>
                    <a:pt x="1253746" y="839046"/>
                    <a:pt x="1253080" y="818377"/>
                    <a:pt x="1253746" y="797708"/>
                  </a:cubicBezTo>
                  <a:cubicBezTo>
                    <a:pt x="1254508" y="779515"/>
                    <a:pt x="1245841" y="775133"/>
                    <a:pt x="1229458" y="775419"/>
                  </a:cubicBezTo>
                  <a:cubicBezTo>
                    <a:pt x="1184690" y="776181"/>
                    <a:pt x="1139923" y="775419"/>
                    <a:pt x="1095155" y="775419"/>
                  </a:cubicBezTo>
                  <a:cubicBezTo>
                    <a:pt x="1014288" y="775419"/>
                    <a:pt x="1014288" y="775419"/>
                    <a:pt x="1022956" y="856382"/>
                  </a:cubicBezTo>
                  <a:cubicBezTo>
                    <a:pt x="1024070" y="858944"/>
                    <a:pt x="1025403" y="861392"/>
                    <a:pt x="1026956" y="863716"/>
                  </a:cubicBezTo>
                  <a:close/>
                  <a:moveTo>
                    <a:pt x="1251651" y="2132351"/>
                  </a:moveTo>
                  <a:lnTo>
                    <a:pt x="1021717" y="2132351"/>
                  </a:lnTo>
                  <a:cubicBezTo>
                    <a:pt x="1021717" y="2154163"/>
                    <a:pt x="1022384" y="2173975"/>
                    <a:pt x="1021717" y="2193692"/>
                  </a:cubicBezTo>
                  <a:cubicBezTo>
                    <a:pt x="1021051" y="2210837"/>
                    <a:pt x="1027813" y="2217314"/>
                    <a:pt x="1045054" y="2217028"/>
                  </a:cubicBezTo>
                  <a:cubicBezTo>
                    <a:pt x="1090583" y="2216266"/>
                    <a:pt x="1136113" y="2217028"/>
                    <a:pt x="1181642" y="2217028"/>
                  </a:cubicBezTo>
                  <a:cubicBezTo>
                    <a:pt x="1260319" y="2216933"/>
                    <a:pt x="1260319" y="2216933"/>
                    <a:pt x="1251460" y="2132446"/>
                  </a:cubicBezTo>
                  <a:close/>
                  <a:moveTo>
                    <a:pt x="1252127" y="932772"/>
                  </a:moveTo>
                  <a:lnTo>
                    <a:pt x="1024480" y="932772"/>
                  </a:lnTo>
                  <a:lnTo>
                    <a:pt x="1024480" y="1008972"/>
                  </a:lnTo>
                  <a:lnTo>
                    <a:pt x="1251937" y="1008972"/>
                  </a:lnTo>
                  <a:close/>
                  <a:moveTo>
                    <a:pt x="1252127" y="1982999"/>
                  </a:moveTo>
                  <a:lnTo>
                    <a:pt x="1023527" y="1982999"/>
                  </a:lnTo>
                  <a:lnTo>
                    <a:pt x="1023527" y="2059770"/>
                  </a:lnTo>
                  <a:lnTo>
                    <a:pt x="1252127" y="205977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7FF603BF-7211-4DDD-A1F1-A50337B2787A}"/>
                </a:ext>
              </a:extLst>
            </p:cNvPr>
            <p:cNvSpPr/>
            <p:nvPr/>
          </p:nvSpPr>
          <p:spPr>
            <a:xfrm>
              <a:off x="1615417" y="2254388"/>
              <a:ext cx="182719" cy="168009"/>
            </a:xfrm>
            <a:custGeom>
              <a:avLst/>
              <a:gdLst>
                <a:gd name="connsiteX0" fmla="*/ 100 w 693547"/>
                <a:gd name="connsiteY0" fmla="*/ 495321 h 637713"/>
                <a:gd name="connsiteX1" fmla="*/ 100 w 693547"/>
                <a:gd name="connsiteY1" fmla="*/ 406739 h 637713"/>
                <a:gd name="connsiteX2" fmla="*/ 31627 w 693547"/>
                <a:gd name="connsiteY2" fmla="*/ 351779 h 637713"/>
                <a:gd name="connsiteX3" fmla="*/ 505210 w 693547"/>
                <a:gd name="connsiteY3" fmla="*/ 81555 h 637713"/>
                <a:gd name="connsiteX4" fmla="*/ 631512 w 693547"/>
                <a:gd name="connsiteY4" fmla="*/ 9165 h 637713"/>
                <a:gd name="connsiteX5" fmla="*/ 692948 w 693547"/>
                <a:gd name="connsiteY5" fmla="*/ 44313 h 637713"/>
                <a:gd name="connsiteX6" fmla="*/ 693424 w 693547"/>
                <a:gd name="connsiteY6" fmla="*/ 235765 h 637713"/>
                <a:gd name="connsiteX7" fmla="*/ 664849 w 693547"/>
                <a:gd name="connsiteY7" fmla="*/ 283390 h 637713"/>
                <a:gd name="connsiteX8" fmla="*/ 64774 w 693547"/>
                <a:gd name="connsiteY8" fmla="*/ 626290 h 637713"/>
                <a:gd name="connsiteX9" fmla="*/ 100 w 693547"/>
                <a:gd name="connsiteY9" fmla="*/ 589523 h 637713"/>
                <a:gd name="connsiteX10" fmla="*/ 100 w 693547"/>
                <a:gd name="connsiteY10" fmla="*/ 495321 h 637713"/>
                <a:gd name="connsiteX11" fmla="*/ 625797 w 693547"/>
                <a:gd name="connsiteY11" fmla="*/ 94033 h 637713"/>
                <a:gd name="connsiteX12" fmla="*/ 610652 w 693547"/>
                <a:gd name="connsiteY12" fmla="*/ 98891 h 637713"/>
                <a:gd name="connsiteX13" fmla="*/ 83634 w 693547"/>
                <a:gd name="connsiteY13" fmla="*/ 400262 h 637713"/>
                <a:gd name="connsiteX14" fmla="*/ 69537 w 693547"/>
                <a:gd name="connsiteY14" fmla="*/ 415882 h 637713"/>
                <a:gd name="connsiteX15" fmla="*/ 68965 w 693547"/>
                <a:gd name="connsiteY15" fmla="*/ 546375 h 637713"/>
                <a:gd name="connsiteX16" fmla="*/ 610747 w 693547"/>
                <a:gd name="connsiteY16" fmla="*/ 236527 h 637713"/>
                <a:gd name="connsiteX17" fmla="*/ 625130 w 693547"/>
                <a:gd name="connsiteY17" fmla="*/ 214810 h 637713"/>
                <a:gd name="connsiteX18" fmla="*/ 625797 w 693547"/>
                <a:gd name="connsiteY18" fmla="*/ 94033 h 63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3547" h="637713">
                  <a:moveTo>
                    <a:pt x="100" y="495321"/>
                  </a:moveTo>
                  <a:cubicBezTo>
                    <a:pt x="100" y="465794"/>
                    <a:pt x="1433" y="436171"/>
                    <a:pt x="100" y="406739"/>
                  </a:cubicBezTo>
                  <a:cubicBezTo>
                    <a:pt x="-1329" y="380545"/>
                    <a:pt x="9053" y="364543"/>
                    <a:pt x="31627" y="351779"/>
                  </a:cubicBezTo>
                  <a:cubicBezTo>
                    <a:pt x="189742" y="262178"/>
                    <a:pt x="347600" y="172109"/>
                    <a:pt x="505210" y="81555"/>
                  </a:cubicBezTo>
                  <a:cubicBezTo>
                    <a:pt x="547311" y="57456"/>
                    <a:pt x="589316" y="33168"/>
                    <a:pt x="631512" y="9165"/>
                  </a:cubicBezTo>
                  <a:cubicBezTo>
                    <a:pt x="668469" y="-11885"/>
                    <a:pt x="692758" y="1831"/>
                    <a:pt x="692948" y="44313"/>
                  </a:cubicBezTo>
                  <a:cubicBezTo>
                    <a:pt x="692948" y="108130"/>
                    <a:pt x="692377" y="171947"/>
                    <a:pt x="693424" y="235765"/>
                  </a:cubicBezTo>
                  <a:cubicBezTo>
                    <a:pt x="694672" y="256025"/>
                    <a:pt x="683309" y="274951"/>
                    <a:pt x="664849" y="283390"/>
                  </a:cubicBezTo>
                  <a:cubicBezTo>
                    <a:pt x="464634" y="397309"/>
                    <a:pt x="264609" y="511609"/>
                    <a:pt x="64774" y="626290"/>
                  </a:cubicBezTo>
                  <a:cubicBezTo>
                    <a:pt x="24674" y="649245"/>
                    <a:pt x="385" y="635243"/>
                    <a:pt x="100" y="589523"/>
                  </a:cubicBezTo>
                  <a:cubicBezTo>
                    <a:pt x="-91" y="557805"/>
                    <a:pt x="100" y="526753"/>
                    <a:pt x="100" y="495321"/>
                  </a:cubicBezTo>
                  <a:close/>
                  <a:moveTo>
                    <a:pt x="625797" y="94033"/>
                  </a:moveTo>
                  <a:cubicBezTo>
                    <a:pt x="620625" y="95233"/>
                    <a:pt x="615558" y="96862"/>
                    <a:pt x="610652" y="98891"/>
                  </a:cubicBezTo>
                  <a:cubicBezTo>
                    <a:pt x="434697" y="199218"/>
                    <a:pt x="259018" y="299678"/>
                    <a:pt x="83634" y="400262"/>
                  </a:cubicBezTo>
                  <a:cubicBezTo>
                    <a:pt x="77728" y="403691"/>
                    <a:pt x="69727" y="410454"/>
                    <a:pt x="69537" y="415882"/>
                  </a:cubicBezTo>
                  <a:cubicBezTo>
                    <a:pt x="68394" y="457888"/>
                    <a:pt x="68965" y="499893"/>
                    <a:pt x="68965" y="546375"/>
                  </a:cubicBezTo>
                  <a:cubicBezTo>
                    <a:pt x="253179" y="441600"/>
                    <a:pt x="432154" y="339206"/>
                    <a:pt x="610747" y="236527"/>
                  </a:cubicBezTo>
                  <a:cubicBezTo>
                    <a:pt x="618434" y="231688"/>
                    <a:pt x="623682" y="223782"/>
                    <a:pt x="625130" y="214810"/>
                  </a:cubicBezTo>
                  <a:cubicBezTo>
                    <a:pt x="626559" y="175947"/>
                    <a:pt x="625797" y="137086"/>
                    <a:pt x="625797" y="94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BEA95C11-AD97-4C1E-9738-6FABD930BA38}"/>
                </a:ext>
              </a:extLst>
            </p:cNvPr>
            <p:cNvSpPr/>
            <p:nvPr/>
          </p:nvSpPr>
          <p:spPr>
            <a:xfrm>
              <a:off x="1532730" y="2434528"/>
              <a:ext cx="17994" cy="122874"/>
            </a:xfrm>
            <a:custGeom>
              <a:avLst/>
              <a:gdLst>
                <a:gd name="connsiteX0" fmla="*/ 68115 w 68300"/>
                <a:gd name="connsiteY0" fmla="*/ 231806 h 466393"/>
                <a:gd name="connsiteX1" fmla="*/ 68115 w 68300"/>
                <a:gd name="connsiteY1" fmla="*/ 420020 h 466393"/>
                <a:gd name="connsiteX2" fmla="*/ 33634 w 68300"/>
                <a:gd name="connsiteY2" fmla="*/ 465740 h 466393"/>
                <a:gd name="connsiteX3" fmla="*/ 106 w 68300"/>
                <a:gd name="connsiteY3" fmla="*/ 421830 h 466393"/>
                <a:gd name="connsiteX4" fmla="*/ 1059 w 68300"/>
                <a:gd name="connsiteY4" fmla="*/ 42640 h 466393"/>
                <a:gd name="connsiteX5" fmla="*/ 23347 w 68300"/>
                <a:gd name="connsiteY5" fmla="*/ 1492 h 466393"/>
                <a:gd name="connsiteX6" fmla="*/ 55542 w 68300"/>
                <a:gd name="connsiteY6" fmla="*/ 7683 h 466393"/>
                <a:gd name="connsiteX7" fmla="*/ 67638 w 68300"/>
                <a:gd name="connsiteY7" fmla="*/ 43592 h 466393"/>
                <a:gd name="connsiteX8" fmla="*/ 68115 w 68300"/>
                <a:gd name="connsiteY8" fmla="*/ 231806 h 466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300" h="466393">
                  <a:moveTo>
                    <a:pt x="68115" y="231806"/>
                  </a:moveTo>
                  <a:cubicBezTo>
                    <a:pt x="68115" y="294481"/>
                    <a:pt x="68115" y="357250"/>
                    <a:pt x="68115" y="420020"/>
                  </a:cubicBezTo>
                  <a:cubicBezTo>
                    <a:pt x="68115" y="450786"/>
                    <a:pt x="55827" y="467169"/>
                    <a:pt x="33634" y="465740"/>
                  </a:cubicBezTo>
                  <a:cubicBezTo>
                    <a:pt x="6583" y="464026"/>
                    <a:pt x="106" y="445261"/>
                    <a:pt x="106" y="421830"/>
                  </a:cubicBezTo>
                  <a:cubicBezTo>
                    <a:pt x="106" y="295433"/>
                    <a:pt x="-561" y="169036"/>
                    <a:pt x="1059" y="42640"/>
                  </a:cubicBezTo>
                  <a:cubicBezTo>
                    <a:pt x="3268" y="26686"/>
                    <a:pt x="11193" y="12064"/>
                    <a:pt x="23347" y="1492"/>
                  </a:cubicBezTo>
                  <a:cubicBezTo>
                    <a:pt x="28300" y="-3271"/>
                    <a:pt x="48969" y="825"/>
                    <a:pt x="55542" y="7683"/>
                  </a:cubicBezTo>
                  <a:cubicBezTo>
                    <a:pt x="63619" y="17884"/>
                    <a:pt x="67905" y="30581"/>
                    <a:pt x="67638" y="43592"/>
                  </a:cubicBezTo>
                  <a:cubicBezTo>
                    <a:pt x="68686" y="106267"/>
                    <a:pt x="68115" y="169322"/>
                    <a:pt x="68115" y="23180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D2A26571-0C35-4949-A95D-21DB1ECD0FCB}"/>
              </a:ext>
            </a:extLst>
          </p:cNvPr>
          <p:cNvSpPr txBox="1"/>
          <p:nvPr/>
        </p:nvSpPr>
        <p:spPr>
          <a:xfrm>
            <a:off x="886163" y="1971637"/>
            <a:ext cx="34085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训练集不足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D78AA1-D37C-4319-A0AE-9F477B92ED63}"/>
              </a:ext>
            </a:extLst>
          </p:cNvPr>
          <p:cNvSpPr/>
          <p:nvPr/>
        </p:nvSpPr>
        <p:spPr>
          <a:xfrm>
            <a:off x="4391732" y="1628775"/>
            <a:ext cx="3408535" cy="4537075"/>
          </a:xfrm>
          <a:prstGeom prst="rect">
            <a:avLst/>
          </a:prstGeom>
          <a:solidFill>
            <a:srgbClr val="0039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39D451-2C1E-429A-AF21-2C05DED681E5}"/>
              </a:ext>
            </a:extLst>
          </p:cNvPr>
          <p:cNvSpPr/>
          <p:nvPr/>
        </p:nvSpPr>
        <p:spPr>
          <a:xfrm>
            <a:off x="4391732" y="1628775"/>
            <a:ext cx="3408535" cy="47625"/>
          </a:xfrm>
          <a:prstGeom prst="rect">
            <a:avLst/>
          </a:prstGeom>
          <a:solidFill>
            <a:srgbClr val="D29D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6150203-8097-4CCF-A235-97ECDBDEC805}"/>
              </a:ext>
            </a:extLst>
          </p:cNvPr>
          <p:cNvGrpSpPr/>
          <p:nvPr/>
        </p:nvGrpSpPr>
        <p:grpSpPr>
          <a:xfrm>
            <a:off x="6168715" y="4394263"/>
            <a:ext cx="1436661" cy="1436940"/>
            <a:chOff x="4779859" y="2101423"/>
            <a:chExt cx="602871" cy="602988"/>
          </a:xfrm>
          <a:gradFill>
            <a:gsLst>
              <a:gs pos="0">
                <a:srgbClr val="1D2A71">
                  <a:lumMod val="24000"/>
                  <a:lumOff val="76000"/>
                  <a:alpha val="27000"/>
                </a:srgbClr>
              </a:gs>
              <a:gs pos="100000">
                <a:srgbClr val="1D2A71">
                  <a:lumMod val="24000"/>
                  <a:lumOff val="76000"/>
                  <a:alpha val="0"/>
                </a:srgbClr>
              </a:gs>
              <a:gs pos="54000">
                <a:srgbClr val="1D2A71">
                  <a:lumMod val="24000"/>
                  <a:lumOff val="76000"/>
                  <a:alpha val="14000"/>
                </a:srgbClr>
              </a:gs>
            </a:gsLst>
            <a:lin ang="5400000" scaled="1"/>
          </a:gradFill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8CF83763-9C8D-45C3-81C2-28CF8401FF00}"/>
                </a:ext>
              </a:extLst>
            </p:cNvPr>
            <p:cNvGrpSpPr/>
            <p:nvPr/>
          </p:nvGrpSpPr>
          <p:grpSpPr>
            <a:xfrm>
              <a:off x="4779859" y="2101423"/>
              <a:ext cx="602871" cy="602988"/>
              <a:chOff x="4779859" y="2101423"/>
              <a:chExt cx="602871" cy="602988"/>
            </a:xfrm>
            <a:grpFill/>
          </p:grpSpPr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BD436E37-4D97-4FE3-A04F-573FA1279D55}"/>
                  </a:ext>
                </a:extLst>
              </p:cNvPr>
              <p:cNvSpPr/>
              <p:nvPr/>
            </p:nvSpPr>
            <p:spPr>
              <a:xfrm>
                <a:off x="4779859" y="2101423"/>
                <a:ext cx="602871" cy="602988"/>
              </a:xfrm>
              <a:custGeom>
                <a:avLst/>
                <a:gdLst>
                  <a:gd name="connsiteX0" fmla="*/ 1131351 w 2286000"/>
                  <a:gd name="connsiteY0" fmla="*/ 307677 h 2286444"/>
                  <a:gd name="connsiteX1" fmla="*/ 1089441 w 2286000"/>
                  <a:gd name="connsiteY1" fmla="*/ 274626 h 2286444"/>
                  <a:gd name="connsiteX2" fmla="*/ 1088488 w 2286000"/>
                  <a:gd name="connsiteY2" fmla="*/ 191091 h 2286444"/>
                  <a:gd name="connsiteX3" fmla="*/ 1158878 w 2286000"/>
                  <a:gd name="connsiteY3" fmla="*/ 120130 h 2286444"/>
                  <a:gd name="connsiteX4" fmla="*/ 1246222 w 2286000"/>
                  <a:gd name="connsiteY4" fmla="*/ 120130 h 2286444"/>
                  <a:gd name="connsiteX5" fmla="*/ 1344330 w 2286000"/>
                  <a:gd name="connsiteY5" fmla="*/ 139847 h 2286444"/>
                  <a:gd name="connsiteX6" fmla="*/ 1385192 w 2286000"/>
                  <a:gd name="connsiteY6" fmla="*/ 76315 h 2286444"/>
                  <a:gd name="connsiteX7" fmla="*/ 1459487 w 2286000"/>
                  <a:gd name="connsiteY7" fmla="*/ 115 h 2286444"/>
                  <a:gd name="connsiteX8" fmla="*/ 1548070 w 2286000"/>
                  <a:gd name="connsiteY8" fmla="*/ 115 h 2286444"/>
                  <a:gd name="connsiteX9" fmla="*/ 1606520 w 2286000"/>
                  <a:gd name="connsiteY9" fmla="*/ 54360 h 2286444"/>
                  <a:gd name="connsiteX10" fmla="*/ 1606553 w 2286000"/>
                  <a:gd name="connsiteY10" fmla="*/ 57265 h 2286444"/>
                  <a:gd name="connsiteX11" fmla="*/ 1606553 w 2286000"/>
                  <a:gd name="connsiteY11" fmla="*/ 88698 h 2286444"/>
                  <a:gd name="connsiteX12" fmla="*/ 1606553 w 2286000"/>
                  <a:gd name="connsiteY12" fmla="*/ 120321 h 2286444"/>
                  <a:gd name="connsiteX13" fmla="*/ 1690659 w 2286000"/>
                  <a:gd name="connsiteY13" fmla="*/ 156230 h 2286444"/>
                  <a:gd name="connsiteX14" fmla="*/ 1712471 w 2286000"/>
                  <a:gd name="connsiteY14" fmla="*/ 150896 h 2286444"/>
                  <a:gd name="connsiteX15" fmla="*/ 1747333 w 2286000"/>
                  <a:gd name="connsiteY15" fmla="*/ 117082 h 2286444"/>
                  <a:gd name="connsiteX16" fmla="*/ 1829057 w 2286000"/>
                  <a:gd name="connsiteY16" fmla="*/ 116130 h 2286444"/>
                  <a:gd name="connsiteX17" fmla="*/ 1903733 w 2286000"/>
                  <a:gd name="connsiteY17" fmla="*/ 190901 h 2286444"/>
                  <a:gd name="connsiteX18" fmla="*/ 1902304 w 2286000"/>
                  <a:gd name="connsiteY18" fmla="*/ 274721 h 2286444"/>
                  <a:gd name="connsiteX19" fmla="*/ 1861633 w 2286000"/>
                  <a:gd name="connsiteY19" fmla="*/ 317107 h 2286444"/>
                  <a:gd name="connsiteX20" fmla="*/ 1892589 w 2286000"/>
                  <a:gd name="connsiteY20" fmla="*/ 318822 h 2286444"/>
                  <a:gd name="connsiteX21" fmla="*/ 2135476 w 2286000"/>
                  <a:gd name="connsiteY21" fmla="*/ 318822 h 2286444"/>
                  <a:gd name="connsiteX22" fmla="*/ 2286162 w 2286000"/>
                  <a:gd name="connsiteY22" fmla="*/ 470650 h 2286444"/>
                  <a:gd name="connsiteX23" fmla="*/ 2286162 w 2286000"/>
                  <a:gd name="connsiteY23" fmla="*/ 1785100 h 2286444"/>
                  <a:gd name="connsiteX24" fmla="*/ 2132905 w 2286000"/>
                  <a:gd name="connsiteY24" fmla="*/ 1937500 h 2286444"/>
                  <a:gd name="connsiteX25" fmla="*/ 1432722 w 2286000"/>
                  <a:gd name="connsiteY25" fmla="*/ 1937500 h 2286444"/>
                  <a:gd name="connsiteX26" fmla="*/ 1394622 w 2286000"/>
                  <a:gd name="connsiteY26" fmla="*/ 1937500 h 2286444"/>
                  <a:gd name="connsiteX27" fmla="*/ 1402432 w 2286000"/>
                  <a:gd name="connsiteY27" fmla="*/ 2081042 h 2286444"/>
                  <a:gd name="connsiteX28" fmla="*/ 1416434 w 2286000"/>
                  <a:gd name="connsiteY28" fmla="*/ 2191437 h 2286444"/>
                  <a:gd name="connsiteX29" fmla="*/ 1449867 w 2286000"/>
                  <a:gd name="connsiteY29" fmla="*/ 2218107 h 2286444"/>
                  <a:gd name="connsiteX30" fmla="*/ 1529877 w 2286000"/>
                  <a:gd name="connsiteY30" fmla="*/ 2218107 h 2286444"/>
                  <a:gd name="connsiteX31" fmla="*/ 1570739 w 2286000"/>
                  <a:gd name="connsiteY31" fmla="*/ 2252016 h 2286444"/>
                  <a:gd name="connsiteX32" fmla="*/ 1530448 w 2286000"/>
                  <a:gd name="connsiteY32" fmla="*/ 2286306 h 2286444"/>
                  <a:gd name="connsiteX33" fmla="*/ 756066 w 2286000"/>
                  <a:gd name="connsiteY33" fmla="*/ 2286306 h 2286444"/>
                  <a:gd name="connsiteX34" fmla="*/ 716251 w 2286000"/>
                  <a:gd name="connsiteY34" fmla="*/ 2251635 h 2286444"/>
                  <a:gd name="connsiteX35" fmla="*/ 754351 w 2286000"/>
                  <a:gd name="connsiteY35" fmla="*/ 2218297 h 2286444"/>
                  <a:gd name="connsiteX36" fmla="*/ 845791 w 2286000"/>
                  <a:gd name="connsiteY36" fmla="*/ 2217440 h 2286444"/>
                  <a:gd name="connsiteX37" fmla="*/ 867032 w 2286000"/>
                  <a:gd name="connsiteY37" fmla="*/ 2202581 h 2286444"/>
                  <a:gd name="connsiteX38" fmla="*/ 896560 w 2286000"/>
                  <a:gd name="connsiteY38" fmla="*/ 1937976 h 2286444"/>
                  <a:gd name="connsiteX39" fmla="*/ 633193 w 2286000"/>
                  <a:gd name="connsiteY39" fmla="*/ 1937976 h 2286444"/>
                  <a:gd name="connsiteX40" fmla="*/ 583759 w 2286000"/>
                  <a:gd name="connsiteY40" fmla="*/ 1904353 h 2286444"/>
                  <a:gd name="connsiteX41" fmla="*/ 634051 w 2286000"/>
                  <a:gd name="connsiteY41" fmla="*/ 1870635 h 2286444"/>
                  <a:gd name="connsiteX42" fmla="*/ 2119951 w 2286000"/>
                  <a:gd name="connsiteY42" fmla="*/ 1870635 h 2286444"/>
                  <a:gd name="connsiteX43" fmla="*/ 2218344 w 2286000"/>
                  <a:gd name="connsiteY43" fmla="*/ 1772718 h 2286444"/>
                  <a:gd name="connsiteX44" fmla="*/ 2218344 w 2286000"/>
                  <a:gd name="connsiteY44" fmla="*/ 1653560 h 2286444"/>
                  <a:gd name="connsiteX45" fmla="*/ 70456 w 2286000"/>
                  <a:gd name="connsiteY45" fmla="*/ 1653560 h 2286444"/>
                  <a:gd name="connsiteX46" fmla="*/ 71599 w 2286000"/>
                  <a:gd name="connsiteY46" fmla="*/ 1812437 h 2286444"/>
                  <a:gd name="connsiteX47" fmla="*/ 152181 w 2286000"/>
                  <a:gd name="connsiteY47" fmla="*/ 1870349 h 2286444"/>
                  <a:gd name="connsiteX48" fmla="*/ 432216 w 2286000"/>
                  <a:gd name="connsiteY48" fmla="*/ 1870349 h 2286444"/>
                  <a:gd name="connsiteX49" fmla="*/ 457838 w 2286000"/>
                  <a:gd name="connsiteY49" fmla="*/ 1871016 h 2286444"/>
                  <a:gd name="connsiteX50" fmla="*/ 490890 w 2286000"/>
                  <a:gd name="connsiteY50" fmla="*/ 1906639 h 2286444"/>
                  <a:gd name="connsiteX51" fmla="*/ 456409 w 2286000"/>
                  <a:gd name="connsiteY51" fmla="*/ 1937691 h 2286444"/>
                  <a:gd name="connsiteX52" fmla="*/ 442122 w 2286000"/>
                  <a:gd name="connsiteY52" fmla="*/ 1937691 h 2286444"/>
                  <a:gd name="connsiteX53" fmla="*/ 153419 w 2286000"/>
                  <a:gd name="connsiteY53" fmla="*/ 1937691 h 2286444"/>
                  <a:gd name="connsiteX54" fmla="*/ 162 w 2286000"/>
                  <a:gd name="connsiteY54" fmla="*/ 1782624 h 2286444"/>
                  <a:gd name="connsiteX55" fmla="*/ 162 w 2286000"/>
                  <a:gd name="connsiteY55" fmla="*/ 474174 h 2286444"/>
                  <a:gd name="connsiteX56" fmla="*/ 153800 w 2286000"/>
                  <a:gd name="connsiteY56" fmla="*/ 319488 h 2286444"/>
                  <a:gd name="connsiteX57" fmla="*/ 1088298 w 2286000"/>
                  <a:gd name="connsiteY57" fmla="*/ 319488 h 2286444"/>
                  <a:gd name="connsiteX58" fmla="*/ 1122493 w 2286000"/>
                  <a:gd name="connsiteY58" fmla="*/ 319488 h 2286444"/>
                  <a:gd name="connsiteX59" fmla="*/ 2079850 w 2286000"/>
                  <a:gd name="connsiteY59" fmla="*/ 1581265 h 2286444"/>
                  <a:gd name="connsiteX60" fmla="*/ 2079850 w 2286000"/>
                  <a:gd name="connsiteY60" fmla="*/ 577425 h 2286444"/>
                  <a:gd name="connsiteX61" fmla="*/ 2079850 w 2286000"/>
                  <a:gd name="connsiteY61" fmla="*/ 565995 h 2286444"/>
                  <a:gd name="connsiteX62" fmla="*/ 2045084 w 2286000"/>
                  <a:gd name="connsiteY62" fmla="*/ 539992 h 2286444"/>
                  <a:gd name="connsiteX63" fmla="*/ 2020605 w 2286000"/>
                  <a:gd name="connsiteY63" fmla="*/ 565043 h 2286444"/>
                  <a:gd name="connsiteX64" fmla="*/ 1947072 w 2286000"/>
                  <a:gd name="connsiteY64" fmla="*/ 635718 h 2286444"/>
                  <a:gd name="connsiteX65" fmla="*/ 1882492 w 2286000"/>
                  <a:gd name="connsiteY65" fmla="*/ 677628 h 2286444"/>
                  <a:gd name="connsiteX66" fmla="*/ 1901066 w 2286000"/>
                  <a:gd name="connsiteY66" fmla="*/ 774974 h 2286444"/>
                  <a:gd name="connsiteX67" fmla="*/ 1901542 w 2286000"/>
                  <a:gd name="connsiteY67" fmla="*/ 862509 h 2286444"/>
                  <a:gd name="connsiteX68" fmla="*/ 1841059 w 2286000"/>
                  <a:gd name="connsiteY68" fmla="*/ 923278 h 2286444"/>
                  <a:gd name="connsiteX69" fmla="*/ 1736950 w 2286000"/>
                  <a:gd name="connsiteY69" fmla="*/ 921659 h 2286444"/>
                  <a:gd name="connsiteX70" fmla="*/ 1660179 w 2286000"/>
                  <a:gd name="connsiteY70" fmla="*/ 905466 h 2286444"/>
                  <a:gd name="connsiteX71" fmla="*/ 1605791 w 2286000"/>
                  <a:gd name="connsiteY71" fmla="*/ 986619 h 2286444"/>
                  <a:gd name="connsiteX72" fmla="*/ 1543117 w 2286000"/>
                  <a:gd name="connsiteY72" fmla="*/ 1050913 h 2286444"/>
                  <a:gd name="connsiteX73" fmla="*/ 1463107 w 2286000"/>
                  <a:gd name="connsiteY73" fmla="*/ 1050913 h 2286444"/>
                  <a:gd name="connsiteX74" fmla="*/ 1385478 w 2286000"/>
                  <a:gd name="connsiteY74" fmla="*/ 971760 h 2286444"/>
                  <a:gd name="connsiteX75" fmla="*/ 1344520 w 2286000"/>
                  <a:gd name="connsiteY75" fmla="*/ 910324 h 2286444"/>
                  <a:gd name="connsiteX76" fmla="*/ 1246127 w 2286000"/>
                  <a:gd name="connsiteY76" fmla="*/ 929850 h 2286444"/>
                  <a:gd name="connsiteX77" fmla="*/ 1158973 w 2286000"/>
                  <a:gd name="connsiteY77" fmla="*/ 929850 h 2286444"/>
                  <a:gd name="connsiteX78" fmla="*/ 1101823 w 2286000"/>
                  <a:gd name="connsiteY78" fmla="*/ 873462 h 2286444"/>
                  <a:gd name="connsiteX79" fmla="*/ 1101823 w 2286000"/>
                  <a:gd name="connsiteY79" fmla="*/ 763639 h 2286444"/>
                  <a:gd name="connsiteX80" fmla="*/ 1114873 w 2286000"/>
                  <a:gd name="connsiteY80" fmla="*/ 692773 h 2286444"/>
                  <a:gd name="connsiteX81" fmla="*/ 1112777 w 2286000"/>
                  <a:gd name="connsiteY81" fmla="*/ 687439 h 2286444"/>
                  <a:gd name="connsiteX82" fmla="*/ 1034958 w 2286000"/>
                  <a:gd name="connsiteY82" fmla="*/ 634290 h 2286444"/>
                  <a:gd name="connsiteX83" fmla="*/ 971807 w 2286000"/>
                  <a:gd name="connsiteY83" fmla="*/ 572282 h 2286444"/>
                  <a:gd name="connsiteX84" fmla="*/ 937422 w 2286000"/>
                  <a:gd name="connsiteY84" fmla="*/ 539421 h 2286444"/>
                  <a:gd name="connsiteX85" fmla="*/ 245812 w 2286000"/>
                  <a:gd name="connsiteY85" fmla="*/ 539421 h 2286444"/>
                  <a:gd name="connsiteX86" fmla="*/ 206759 w 2286000"/>
                  <a:gd name="connsiteY86" fmla="*/ 577997 h 2286444"/>
                  <a:gd name="connsiteX87" fmla="*/ 206759 w 2286000"/>
                  <a:gd name="connsiteY87" fmla="*/ 1552500 h 2286444"/>
                  <a:gd name="connsiteX88" fmla="*/ 208188 w 2286000"/>
                  <a:gd name="connsiteY88" fmla="*/ 1580408 h 2286444"/>
                  <a:gd name="connsiteX89" fmla="*/ 1848202 w 2286000"/>
                  <a:gd name="connsiteY89" fmla="*/ 813645 h 2286444"/>
                  <a:gd name="connsiteX90" fmla="*/ 1811912 w 2286000"/>
                  <a:gd name="connsiteY90" fmla="*/ 779832 h 2286444"/>
                  <a:gd name="connsiteX91" fmla="*/ 1799149 w 2286000"/>
                  <a:gd name="connsiteY91" fmla="*/ 697917 h 2286444"/>
                  <a:gd name="connsiteX92" fmla="*/ 1832486 w 2286000"/>
                  <a:gd name="connsiteY92" fmla="*/ 616287 h 2286444"/>
                  <a:gd name="connsiteX93" fmla="*/ 1895446 w 2286000"/>
                  <a:gd name="connsiteY93" fmla="*/ 569234 h 2286444"/>
                  <a:gd name="connsiteX94" fmla="*/ 1951358 w 2286000"/>
                  <a:gd name="connsiteY94" fmla="*/ 569234 h 2286444"/>
                  <a:gd name="connsiteX95" fmla="*/ 1951358 w 2286000"/>
                  <a:gd name="connsiteY95" fmla="*/ 481604 h 2286444"/>
                  <a:gd name="connsiteX96" fmla="*/ 1900399 w 2286000"/>
                  <a:gd name="connsiteY96" fmla="*/ 481604 h 2286444"/>
                  <a:gd name="connsiteX97" fmla="*/ 1831248 w 2286000"/>
                  <a:gd name="connsiteY97" fmla="*/ 431312 h 2286444"/>
                  <a:gd name="connsiteX98" fmla="*/ 1797244 w 2286000"/>
                  <a:gd name="connsiteY98" fmla="*/ 350064 h 2286444"/>
                  <a:gd name="connsiteX99" fmla="*/ 1806769 w 2286000"/>
                  <a:gd name="connsiteY99" fmla="*/ 277102 h 2286444"/>
                  <a:gd name="connsiteX100" fmla="*/ 1852298 w 2286000"/>
                  <a:gd name="connsiteY100" fmla="*/ 240336 h 2286444"/>
                  <a:gd name="connsiteX101" fmla="*/ 1785623 w 2286000"/>
                  <a:gd name="connsiteY101" fmla="*/ 169279 h 2286444"/>
                  <a:gd name="connsiteX102" fmla="*/ 1750952 w 2286000"/>
                  <a:gd name="connsiteY102" fmla="*/ 209094 h 2286444"/>
                  <a:gd name="connsiteX103" fmla="*/ 1666751 w 2286000"/>
                  <a:gd name="connsiteY103" fmla="*/ 221476 h 2286444"/>
                  <a:gd name="connsiteX104" fmla="*/ 1590551 w 2286000"/>
                  <a:gd name="connsiteY104" fmla="*/ 189758 h 2286444"/>
                  <a:gd name="connsiteX105" fmla="*/ 1539402 w 2286000"/>
                  <a:gd name="connsiteY105" fmla="*/ 121083 h 2286444"/>
                  <a:gd name="connsiteX106" fmla="*/ 1539402 w 2286000"/>
                  <a:gd name="connsiteY106" fmla="*/ 70219 h 2286444"/>
                  <a:gd name="connsiteX107" fmla="*/ 1452724 w 2286000"/>
                  <a:gd name="connsiteY107" fmla="*/ 70219 h 2286444"/>
                  <a:gd name="connsiteX108" fmla="*/ 1452724 w 2286000"/>
                  <a:gd name="connsiteY108" fmla="*/ 119654 h 2286444"/>
                  <a:gd name="connsiteX109" fmla="*/ 1400432 w 2286000"/>
                  <a:gd name="connsiteY109" fmla="*/ 190329 h 2286444"/>
                  <a:gd name="connsiteX110" fmla="*/ 1321851 w 2286000"/>
                  <a:gd name="connsiteY110" fmla="*/ 223476 h 2286444"/>
                  <a:gd name="connsiteX111" fmla="*/ 1244413 w 2286000"/>
                  <a:gd name="connsiteY111" fmla="*/ 212142 h 2286444"/>
                  <a:gd name="connsiteX112" fmla="*/ 1210218 w 2286000"/>
                  <a:gd name="connsiteY112" fmla="*/ 170041 h 2286444"/>
                  <a:gd name="connsiteX113" fmla="*/ 1138209 w 2286000"/>
                  <a:gd name="connsiteY113" fmla="*/ 236716 h 2286444"/>
                  <a:gd name="connsiteX114" fmla="*/ 1181929 w 2286000"/>
                  <a:gd name="connsiteY114" fmla="*/ 272911 h 2286444"/>
                  <a:gd name="connsiteX115" fmla="*/ 1194216 w 2286000"/>
                  <a:gd name="connsiteY115" fmla="*/ 350445 h 2286444"/>
                  <a:gd name="connsiteX116" fmla="*/ 1171546 w 2286000"/>
                  <a:gd name="connsiteY116" fmla="*/ 399498 h 2286444"/>
                  <a:gd name="connsiteX117" fmla="*/ 1059151 w 2286000"/>
                  <a:gd name="connsiteY117" fmla="*/ 482080 h 2286444"/>
                  <a:gd name="connsiteX118" fmla="*/ 1039339 w 2286000"/>
                  <a:gd name="connsiteY118" fmla="*/ 497415 h 2286444"/>
                  <a:gd name="connsiteX119" fmla="*/ 1038387 w 2286000"/>
                  <a:gd name="connsiteY119" fmla="*/ 568853 h 2286444"/>
                  <a:gd name="connsiteX120" fmla="*/ 1098490 w 2286000"/>
                  <a:gd name="connsiteY120" fmla="*/ 568853 h 2286444"/>
                  <a:gd name="connsiteX121" fmla="*/ 1158307 w 2286000"/>
                  <a:gd name="connsiteY121" fmla="*/ 612192 h 2286444"/>
                  <a:gd name="connsiteX122" fmla="*/ 1195168 w 2286000"/>
                  <a:gd name="connsiteY122" fmla="*/ 701536 h 2286444"/>
                  <a:gd name="connsiteX123" fmla="*/ 1182500 w 2286000"/>
                  <a:gd name="connsiteY123" fmla="*/ 776688 h 2286444"/>
                  <a:gd name="connsiteX124" fmla="*/ 1140209 w 2286000"/>
                  <a:gd name="connsiteY124" fmla="*/ 812693 h 2286444"/>
                  <a:gd name="connsiteX125" fmla="*/ 1206884 w 2286000"/>
                  <a:gd name="connsiteY125" fmla="*/ 882321 h 2286444"/>
                  <a:gd name="connsiteX126" fmla="*/ 1239650 w 2286000"/>
                  <a:gd name="connsiteY126" fmla="*/ 843554 h 2286444"/>
                  <a:gd name="connsiteX127" fmla="*/ 1326232 w 2286000"/>
                  <a:gd name="connsiteY127" fmla="*/ 829076 h 2286444"/>
                  <a:gd name="connsiteX128" fmla="*/ 1410433 w 2286000"/>
                  <a:gd name="connsiteY128" fmla="*/ 863461 h 2286444"/>
                  <a:gd name="connsiteX129" fmla="*/ 1452915 w 2286000"/>
                  <a:gd name="connsiteY129" fmla="*/ 920611 h 2286444"/>
                  <a:gd name="connsiteX130" fmla="*/ 1452915 w 2286000"/>
                  <a:gd name="connsiteY130" fmla="*/ 980142 h 2286444"/>
                  <a:gd name="connsiteX131" fmla="*/ 1539592 w 2286000"/>
                  <a:gd name="connsiteY131" fmla="*/ 980142 h 2286444"/>
                  <a:gd name="connsiteX132" fmla="*/ 1539592 w 2286000"/>
                  <a:gd name="connsiteY132" fmla="*/ 920897 h 2286444"/>
                  <a:gd name="connsiteX133" fmla="*/ 1579312 w 2286000"/>
                  <a:gd name="connsiteY133" fmla="*/ 863747 h 2286444"/>
                  <a:gd name="connsiteX134" fmla="*/ 1676467 w 2286000"/>
                  <a:gd name="connsiteY134" fmla="*/ 823361 h 2286444"/>
                  <a:gd name="connsiteX135" fmla="*/ 1744570 w 2286000"/>
                  <a:gd name="connsiteY135" fmla="*/ 834791 h 2286444"/>
                  <a:gd name="connsiteX136" fmla="*/ 1783909 w 2286000"/>
                  <a:gd name="connsiteY136" fmla="*/ 882416 h 2286444"/>
                  <a:gd name="connsiteX137" fmla="*/ 1098775 w 2286000"/>
                  <a:gd name="connsiteY137" fmla="*/ 388068 h 2286444"/>
                  <a:gd name="connsiteX138" fmla="*/ 1076487 w 2286000"/>
                  <a:gd name="connsiteY138" fmla="*/ 386163 h 2286444"/>
                  <a:gd name="connsiteX139" fmla="*/ 159515 w 2286000"/>
                  <a:gd name="connsiteY139" fmla="*/ 386163 h 2286444"/>
                  <a:gd name="connsiteX140" fmla="*/ 68266 w 2286000"/>
                  <a:gd name="connsiteY140" fmla="*/ 480366 h 2286444"/>
                  <a:gd name="connsiteX141" fmla="*/ 68266 w 2286000"/>
                  <a:gd name="connsiteY141" fmla="*/ 1551642 h 2286444"/>
                  <a:gd name="connsiteX142" fmla="*/ 69885 w 2286000"/>
                  <a:gd name="connsiteY142" fmla="*/ 1581646 h 2286444"/>
                  <a:gd name="connsiteX143" fmla="*/ 90554 w 2286000"/>
                  <a:gd name="connsiteY143" fmla="*/ 1582884 h 2286444"/>
                  <a:gd name="connsiteX144" fmla="*/ 139322 w 2286000"/>
                  <a:gd name="connsiteY144" fmla="*/ 1534783 h 2286444"/>
                  <a:gd name="connsiteX145" fmla="*/ 139322 w 2286000"/>
                  <a:gd name="connsiteY145" fmla="*/ 577806 h 2286444"/>
                  <a:gd name="connsiteX146" fmla="*/ 242097 w 2286000"/>
                  <a:gd name="connsiteY146" fmla="*/ 473698 h 2286444"/>
                  <a:gd name="connsiteX147" fmla="*/ 966473 w 2286000"/>
                  <a:gd name="connsiteY147" fmla="*/ 473698 h 2286444"/>
                  <a:gd name="connsiteX148" fmla="*/ 1048960 w 2286000"/>
                  <a:gd name="connsiteY148" fmla="*/ 415215 h 2286444"/>
                  <a:gd name="connsiteX149" fmla="*/ 1074582 w 2286000"/>
                  <a:gd name="connsiteY149" fmla="*/ 415215 h 2286444"/>
                  <a:gd name="connsiteX150" fmla="*/ 1098775 w 2286000"/>
                  <a:gd name="connsiteY150" fmla="*/ 388068 h 2286444"/>
                  <a:gd name="connsiteX151" fmla="*/ 1324613 w 2286000"/>
                  <a:gd name="connsiteY151" fmla="*/ 1940643 h 2286444"/>
                  <a:gd name="connsiteX152" fmla="*/ 962092 w 2286000"/>
                  <a:gd name="connsiteY152" fmla="*/ 1940643 h 2286444"/>
                  <a:gd name="connsiteX153" fmla="*/ 938851 w 2286000"/>
                  <a:gd name="connsiteY153" fmla="*/ 2216868 h 2286444"/>
                  <a:gd name="connsiteX154" fmla="*/ 1347854 w 2286000"/>
                  <a:gd name="connsiteY154" fmla="*/ 2216868 h 2286444"/>
                  <a:gd name="connsiteX155" fmla="*/ 1324613 w 2286000"/>
                  <a:gd name="connsiteY155" fmla="*/ 1940167 h 2286444"/>
                  <a:gd name="connsiteX156" fmla="*/ 2216725 w 2286000"/>
                  <a:gd name="connsiteY156" fmla="*/ 1581456 h 2286444"/>
                  <a:gd name="connsiteX157" fmla="*/ 2218344 w 2286000"/>
                  <a:gd name="connsiteY157" fmla="*/ 1554976 h 2286444"/>
                  <a:gd name="connsiteX158" fmla="*/ 2218344 w 2286000"/>
                  <a:gd name="connsiteY158" fmla="*/ 478651 h 2286444"/>
                  <a:gd name="connsiteX159" fmla="*/ 2127285 w 2286000"/>
                  <a:gd name="connsiteY159" fmla="*/ 387116 h 2286444"/>
                  <a:gd name="connsiteX160" fmla="*/ 1918783 w 2286000"/>
                  <a:gd name="connsiteY160" fmla="*/ 387116 h 2286444"/>
                  <a:gd name="connsiteX161" fmla="*/ 1894018 w 2286000"/>
                  <a:gd name="connsiteY161" fmla="*/ 388926 h 2286444"/>
                  <a:gd name="connsiteX162" fmla="*/ 1917449 w 2286000"/>
                  <a:gd name="connsiteY162" fmla="*/ 416358 h 2286444"/>
                  <a:gd name="connsiteX163" fmla="*/ 1968503 w 2286000"/>
                  <a:gd name="connsiteY163" fmla="*/ 417882 h 2286444"/>
                  <a:gd name="connsiteX164" fmla="*/ 2013747 w 2286000"/>
                  <a:gd name="connsiteY164" fmla="*/ 449695 h 2286444"/>
                  <a:gd name="connsiteX165" fmla="*/ 2055847 w 2286000"/>
                  <a:gd name="connsiteY165" fmla="*/ 474936 h 2286444"/>
                  <a:gd name="connsiteX166" fmla="*/ 2141001 w 2286000"/>
                  <a:gd name="connsiteY166" fmla="*/ 528276 h 2286444"/>
                  <a:gd name="connsiteX167" fmla="*/ 2146906 w 2286000"/>
                  <a:gd name="connsiteY167" fmla="*/ 581807 h 2286444"/>
                  <a:gd name="connsiteX168" fmla="*/ 2146906 w 2286000"/>
                  <a:gd name="connsiteY168" fmla="*/ 1524782 h 2286444"/>
                  <a:gd name="connsiteX169" fmla="*/ 2216725 w 2286000"/>
                  <a:gd name="connsiteY169" fmla="*/ 1580979 h 228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</a:cxnLst>
                <a:rect l="l" t="t" r="r" b="b"/>
                <a:pathLst>
                  <a:path w="2286000" h="2286444">
                    <a:moveTo>
                      <a:pt x="1131351" y="307677"/>
                    </a:moveTo>
                    <a:cubicBezTo>
                      <a:pt x="1116629" y="297648"/>
                      <a:pt x="1102625" y="286608"/>
                      <a:pt x="1089441" y="274626"/>
                    </a:cubicBezTo>
                    <a:cubicBezTo>
                      <a:pt x="1063438" y="248241"/>
                      <a:pt x="1063342" y="218142"/>
                      <a:pt x="1088488" y="191091"/>
                    </a:cubicBezTo>
                    <a:cubicBezTo>
                      <a:pt x="1111158" y="166707"/>
                      <a:pt x="1134875" y="143466"/>
                      <a:pt x="1158878" y="120130"/>
                    </a:cubicBezTo>
                    <a:cubicBezTo>
                      <a:pt x="1188310" y="91555"/>
                      <a:pt x="1220505" y="89174"/>
                      <a:pt x="1246222" y="120130"/>
                    </a:cubicBezTo>
                    <a:cubicBezTo>
                      <a:pt x="1275940" y="156325"/>
                      <a:pt x="1301563" y="158992"/>
                      <a:pt x="1344330" y="139847"/>
                    </a:cubicBezTo>
                    <a:cubicBezTo>
                      <a:pt x="1377763" y="124893"/>
                      <a:pt x="1386621" y="109843"/>
                      <a:pt x="1385192" y="76315"/>
                    </a:cubicBezTo>
                    <a:cubicBezTo>
                      <a:pt x="1382716" y="20403"/>
                      <a:pt x="1404242" y="115"/>
                      <a:pt x="1459487" y="115"/>
                    </a:cubicBezTo>
                    <a:cubicBezTo>
                      <a:pt x="1489015" y="115"/>
                      <a:pt x="1518542" y="-456"/>
                      <a:pt x="1548070" y="115"/>
                    </a:cubicBezTo>
                    <a:cubicBezTo>
                      <a:pt x="1579190" y="-1047"/>
                      <a:pt x="1605359" y="23242"/>
                      <a:pt x="1606520" y="54360"/>
                    </a:cubicBezTo>
                    <a:cubicBezTo>
                      <a:pt x="1606556" y="55332"/>
                      <a:pt x="1606567" y="56294"/>
                      <a:pt x="1606553" y="57265"/>
                    </a:cubicBezTo>
                    <a:cubicBezTo>
                      <a:pt x="1607125" y="67743"/>
                      <a:pt x="1606553" y="78220"/>
                      <a:pt x="1606553" y="88698"/>
                    </a:cubicBezTo>
                    <a:lnTo>
                      <a:pt x="1606553" y="120321"/>
                    </a:lnTo>
                    <a:cubicBezTo>
                      <a:pt x="1635128" y="132798"/>
                      <a:pt x="1662465" y="145467"/>
                      <a:pt x="1690659" y="156230"/>
                    </a:cubicBezTo>
                    <a:cubicBezTo>
                      <a:pt x="1698359" y="157697"/>
                      <a:pt x="1706317" y="155754"/>
                      <a:pt x="1712471" y="150896"/>
                    </a:cubicBezTo>
                    <a:cubicBezTo>
                      <a:pt x="1725044" y="140799"/>
                      <a:pt x="1735426" y="128036"/>
                      <a:pt x="1747333" y="117082"/>
                    </a:cubicBezTo>
                    <a:cubicBezTo>
                      <a:pt x="1773907" y="92889"/>
                      <a:pt x="1803054" y="91936"/>
                      <a:pt x="1829057" y="116130"/>
                    </a:cubicBezTo>
                    <a:cubicBezTo>
                      <a:pt x="1855060" y="140323"/>
                      <a:pt x="1879635" y="165183"/>
                      <a:pt x="1903733" y="190901"/>
                    </a:cubicBezTo>
                    <a:cubicBezTo>
                      <a:pt x="1927831" y="216618"/>
                      <a:pt x="1928022" y="247003"/>
                      <a:pt x="1902304" y="274721"/>
                    </a:cubicBezTo>
                    <a:cubicBezTo>
                      <a:pt x="1890398" y="287675"/>
                      <a:pt x="1877920" y="300153"/>
                      <a:pt x="1861633" y="317107"/>
                    </a:cubicBezTo>
                    <a:cubicBezTo>
                      <a:pt x="1876396" y="317964"/>
                      <a:pt x="1884493" y="318822"/>
                      <a:pt x="1892589" y="318822"/>
                    </a:cubicBezTo>
                    <a:cubicBezTo>
                      <a:pt x="1973551" y="318822"/>
                      <a:pt x="2054514" y="318822"/>
                      <a:pt x="2135476" y="318822"/>
                    </a:cubicBezTo>
                    <a:cubicBezTo>
                      <a:pt x="2224345" y="319488"/>
                      <a:pt x="2286162" y="381877"/>
                      <a:pt x="2286162" y="470650"/>
                    </a:cubicBezTo>
                    <a:cubicBezTo>
                      <a:pt x="2286162" y="908800"/>
                      <a:pt x="2286162" y="1346950"/>
                      <a:pt x="2286162" y="1785100"/>
                    </a:cubicBezTo>
                    <a:cubicBezTo>
                      <a:pt x="2286162" y="1874826"/>
                      <a:pt x="2223678" y="1937500"/>
                      <a:pt x="2132905" y="1937500"/>
                    </a:cubicBezTo>
                    <a:cubicBezTo>
                      <a:pt x="1899542" y="1937500"/>
                      <a:pt x="1666148" y="1937500"/>
                      <a:pt x="1432722" y="1937500"/>
                    </a:cubicBezTo>
                    <a:lnTo>
                      <a:pt x="1394622" y="1937500"/>
                    </a:lnTo>
                    <a:cubicBezTo>
                      <a:pt x="1397194" y="1986935"/>
                      <a:pt x="1398432" y="2034084"/>
                      <a:pt x="1402432" y="2081042"/>
                    </a:cubicBezTo>
                    <a:cubicBezTo>
                      <a:pt x="1405576" y="2117999"/>
                      <a:pt x="1413291" y="2154480"/>
                      <a:pt x="1416434" y="2191437"/>
                    </a:cubicBezTo>
                    <a:cubicBezTo>
                      <a:pt x="1418339" y="2214487"/>
                      <a:pt x="1429483" y="2219154"/>
                      <a:pt x="1449867" y="2218107"/>
                    </a:cubicBezTo>
                    <a:cubicBezTo>
                      <a:pt x="1476442" y="2216678"/>
                      <a:pt x="1503207" y="2218107"/>
                      <a:pt x="1529877" y="2218107"/>
                    </a:cubicBezTo>
                    <a:cubicBezTo>
                      <a:pt x="1553118" y="2218107"/>
                      <a:pt x="1570549" y="2227632"/>
                      <a:pt x="1570739" y="2252016"/>
                    </a:cubicBezTo>
                    <a:cubicBezTo>
                      <a:pt x="1570930" y="2276400"/>
                      <a:pt x="1554166" y="2286306"/>
                      <a:pt x="1530448" y="2286306"/>
                    </a:cubicBezTo>
                    <a:cubicBezTo>
                      <a:pt x="1272321" y="2286306"/>
                      <a:pt x="1014193" y="2286306"/>
                      <a:pt x="756066" y="2286306"/>
                    </a:cubicBezTo>
                    <a:cubicBezTo>
                      <a:pt x="732349" y="2286306"/>
                      <a:pt x="715966" y="2275638"/>
                      <a:pt x="716251" y="2251635"/>
                    </a:cubicBezTo>
                    <a:cubicBezTo>
                      <a:pt x="716251" y="2229251"/>
                      <a:pt x="732634" y="2218488"/>
                      <a:pt x="754351" y="2218297"/>
                    </a:cubicBezTo>
                    <a:cubicBezTo>
                      <a:pt x="784831" y="2218297"/>
                      <a:pt x="815407" y="2219154"/>
                      <a:pt x="845791" y="2217440"/>
                    </a:cubicBezTo>
                    <a:cubicBezTo>
                      <a:pt x="853411" y="2217440"/>
                      <a:pt x="866270" y="2208486"/>
                      <a:pt x="867032" y="2202581"/>
                    </a:cubicBezTo>
                    <a:cubicBezTo>
                      <a:pt x="877700" y="2115999"/>
                      <a:pt x="886654" y="2029226"/>
                      <a:pt x="896560" y="1937976"/>
                    </a:cubicBezTo>
                    <a:lnTo>
                      <a:pt x="633193" y="1937976"/>
                    </a:lnTo>
                    <a:cubicBezTo>
                      <a:pt x="599665" y="1937976"/>
                      <a:pt x="583378" y="1926737"/>
                      <a:pt x="583759" y="1904353"/>
                    </a:cubicBezTo>
                    <a:cubicBezTo>
                      <a:pt x="584140" y="1881969"/>
                      <a:pt x="601475" y="1870635"/>
                      <a:pt x="634051" y="1870635"/>
                    </a:cubicBezTo>
                    <a:lnTo>
                      <a:pt x="2119951" y="1870635"/>
                    </a:lnTo>
                    <a:cubicBezTo>
                      <a:pt x="2192055" y="1870635"/>
                      <a:pt x="2218249" y="1844441"/>
                      <a:pt x="2218344" y="1772718"/>
                    </a:cubicBezTo>
                    <a:cubicBezTo>
                      <a:pt x="2218344" y="1733760"/>
                      <a:pt x="2218344" y="1694899"/>
                      <a:pt x="2218344" y="1653560"/>
                    </a:cubicBezTo>
                    <a:lnTo>
                      <a:pt x="70456" y="1653560"/>
                    </a:lnTo>
                    <a:cubicBezTo>
                      <a:pt x="70456" y="1706709"/>
                      <a:pt x="67313" y="1759859"/>
                      <a:pt x="71599" y="1812437"/>
                    </a:cubicBezTo>
                    <a:cubicBezTo>
                      <a:pt x="74457" y="1847965"/>
                      <a:pt x="109699" y="1870063"/>
                      <a:pt x="152181" y="1870349"/>
                    </a:cubicBezTo>
                    <a:cubicBezTo>
                      <a:pt x="245526" y="1871016"/>
                      <a:pt x="338871" y="1870349"/>
                      <a:pt x="432216" y="1870349"/>
                    </a:cubicBezTo>
                    <a:cubicBezTo>
                      <a:pt x="440760" y="1869997"/>
                      <a:pt x="449323" y="1870216"/>
                      <a:pt x="457838" y="1871016"/>
                    </a:cubicBezTo>
                    <a:cubicBezTo>
                      <a:pt x="478507" y="1873683"/>
                      <a:pt x="492223" y="1885208"/>
                      <a:pt x="490890" y="1906639"/>
                    </a:cubicBezTo>
                    <a:cubicBezTo>
                      <a:pt x="489556" y="1925689"/>
                      <a:pt x="476412" y="1936929"/>
                      <a:pt x="456409" y="1937691"/>
                    </a:cubicBezTo>
                    <a:cubicBezTo>
                      <a:pt x="451647" y="1937691"/>
                      <a:pt x="446884" y="1937691"/>
                      <a:pt x="442122" y="1937691"/>
                    </a:cubicBezTo>
                    <a:cubicBezTo>
                      <a:pt x="345919" y="1937691"/>
                      <a:pt x="249622" y="1937691"/>
                      <a:pt x="153419" y="1937691"/>
                    </a:cubicBezTo>
                    <a:cubicBezTo>
                      <a:pt x="61693" y="1937691"/>
                      <a:pt x="257" y="1875016"/>
                      <a:pt x="162" y="1782624"/>
                    </a:cubicBezTo>
                    <a:lnTo>
                      <a:pt x="162" y="474174"/>
                    </a:lnTo>
                    <a:cubicBezTo>
                      <a:pt x="162" y="381591"/>
                      <a:pt x="61217" y="319584"/>
                      <a:pt x="153800" y="319488"/>
                    </a:cubicBezTo>
                    <a:cubicBezTo>
                      <a:pt x="465268" y="319488"/>
                      <a:pt x="776767" y="319488"/>
                      <a:pt x="1088298" y="319488"/>
                    </a:cubicBezTo>
                    <a:lnTo>
                      <a:pt x="1122493" y="319488"/>
                    </a:lnTo>
                    <a:close/>
                    <a:moveTo>
                      <a:pt x="2079850" y="1581265"/>
                    </a:moveTo>
                    <a:lnTo>
                      <a:pt x="2079850" y="577425"/>
                    </a:lnTo>
                    <a:cubicBezTo>
                      <a:pt x="2079850" y="573615"/>
                      <a:pt x="2079850" y="569805"/>
                      <a:pt x="2079850" y="565995"/>
                    </a:cubicBezTo>
                    <a:cubicBezTo>
                      <a:pt x="2080803" y="540468"/>
                      <a:pt x="2063277" y="541040"/>
                      <a:pt x="2045084" y="539992"/>
                    </a:cubicBezTo>
                    <a:cubicBezTo>
                      <a:pt x="2026891" y="538944"/>
                      <a:pt x="2021176" y="546945"/>
                      <a:pt x="2020605" y="565043"/>
                    </a:cubicBezTo>
                    <a:cubicBezTo>
                      <a:pt x="2018890" y="619812"/>
                      <a:pt x="2001555" y="635528"/>
                      <a:pt x="1947072" y="635718"/>
                    </a:cubicBezTo>
                    <a:cubicBezTo>
                      <a:pt x="1900399" y="635718"/>
                      <a:pt x="1904305" y="638100"/>
                      <a:pt x="1882492" y="677628"/>
                    </a:cubicBezTo>
                    <a:cubicBezTo>
                      <a:pt x="1859823" y="718681"/>
                      <a:pt x="1863442" y="745351"/>
                      <a:pt x="1901066" y="774974"/>
                    </a:cubicBezTo>
                    <a:cubicBezTo>
                      <a:pt x="1932308" y="799929"/>
                      <a:pt x="1929641" y="833172"/>
                      <a:pt x="1901542" y="862509"/>
                    </a:cubicBezTo>
                    <a:cubicBezTo>
                      <a:pt x="1881921" y="883273"/>
                      <a:pt x="1861347" y="903180"/>
                      <a:pt x="1841059" y="923278"/>
                    </a:cubicBezTo>
                    <a:cubicBezTo>
                      <a:pt x="1802959" y="961378"/>
                      <a:pt x="1774384" y="962331"/>
                      <a:pt x="1736950" y="921659"/>
                    </a:cubicBezTo>
                    <a:cubicBezTo>
                      <a:pt x="1713424" y="895846"/>
                      <a:pt x="1695421" y="891941"/>
                      <a:pt x="1660179" y="905466"/>
                    </a:cubicBezTo>
                    <a:cubicBezTo>
                      <a:pt x="1617316" y="921945"/>
                      <a:pt x="1601410" y="941280"/>
                      <a:pt x="1605791" y="986619"/>
                    </a:cubicBezTo>
                    <a:cubicBezTo>
                      <a:pt x="1609696" y="1027863"/>
                      <a:pt x="1585122" y="1049580"/>
                      <a:pt x="1543117" y="1050913"/>
                    </a:cubicBezTo>
                    <a:cubicBezTo>
                      <a:pt x="1516447" y="1051675"/>
                      <a:pt x="1489777" y="1050913"/>
                      <a:pt x="1463107" y="1050913"/>
                    </a:cubicBezTo>
                    <a:cubicBezTo>
                      <a:pt x="1404623" y="1050913"/>
                      <a:pt x="1382430" y="1030530"/>
                      <a:pt x="1385478" y="971760"/>
                    </a:cubicBezTo>
                    <a:cubicBezTo>
                      <a:pt x="1387288" y="937756"/>
                      <a:pt x="1375096" y="924897"/>
                      <a:pt x="1344520" y="910324"/>
                    </a:cubicBezTo>
                    <a:cubicBezTo>
                      <a:pt x="1302515" y="890417"/>
                      <a:pt x="1275845" y="892989"/>
                      <a:pt x="1246127" y="929850"/>
                    </a:cubicBezTo>
                    <a:cubicBezTo>
                      <a:pt x="1221267" y="960711"/>
                      <a:pt x="1188120" y="957854"/>
                      <a:pt x="1158973" y="929850"/>
                    </a:cubicBezTo>
                    <a:cubicBezTo>
                      <a:pt x="1139923" y="911467"/>
                      <a:pt x="1120873" y="892322"/>
                      <a:pt x="1101823" y="873462"/>
                    </a:cubicBezTo>
                    <a:cubicBezTo>
                      <a:pt x="1058580" y="830124"/>
                      <a:pt x="1056961" y="803930"/>
                      <a:pt x="1101823" y="763639"/>
                    </a:cubicBezTo>
                    <a:cubicBezTo>
                      <a:pt x="1126779" y="741160"/>
                      <a:pt x="1137066" y="721443"/>
                      <a:pt x="1114873" y="692773"/>
                    </a:cubicBezTo>
                    <a:cubicBezTo>
                      <a:pt x="1113733" y="691201"/>
                      <a:pt x="1113011" y="689363"/>
                      <a:pt x="1112777" y="687439"/>
                    </a:cubicBezTo>
                    <a:cubicBezTo>
                      <a:pt x="1105919" y="641624"/>
                      <a:pt x="1078773" y="630289"/>
                      <a:pt x="1034958" y="634290"/>
                    </a:cubicBezTo>
                    <a:cubicBezTo>
                      <a:pt x="993143" y="638100"/>
                      <a:pt x="970188" y="614001"/>
                      <a:pt x="971807" y="572282"/>
                    </a:cubicBezTo>
                    <a:cubicBezTo>
                      <a:pt x="972950" y="544278"/>
                      <a:pt x="962282" y="539325"/>
                      <a:pt x="937422" y="539421"/>
                    </a:cubicBezTo>
                    <a:cubicBezTo>
                      <a:pt x="706822" y="540183"/>
                      <a:pt x="476317" y="539421"/>
                      <a:pt x="245812" y="539421"/>
                    </a:cubicBezTo>
                    <a:cubicBezTo>
                      <a:pt x="208855" y="539421"/>
                      <a:pt x="206759" y="541707"/>
                      <a:pt x="206759" y="577997"/>
                    </a:cubicBezTo>
                    <a:cubicBezTo>
                      <a:pt x="206759" y="902799"/>
                      <a:pt x="206759" y="1227631"/>
                      <a:pt x="206759" y="1552500"/>
                    </a:cubicBezTo>
                    <a:cubicBezTo>
                      <a:pt x="206759" y="1561549"/>
                      <a:pt x="207616" y="1570692"/>
                      <a:pt x="208188" y="1580408"/>
                    </a:cubicBezTo>
                    <a:close/>
                    <a:moveTo>
                      <a:pt x="1848202" y="813645"/>
                    </a:moveTo>
                    <a:cubicBezTo>
                      <a:pt x="1836677" y="802977"/>
                      <a:pt x="1823723" y="791928"/>
                      <a:pt x="1811912" y="779832"/>
                    </a:cubicBezTo>
                    <a:cubicBezTo>
                      <a:pt x="1784194" y="751257"/>
                      <a:pt x="1782480" y="732969"/>
                      <a:pt x="1799149" y="697917"/>
                    </a:cubicBezTo>
                    <a:cubicBezTo>
                      <a:pt x="1811817" y="671437"/>
                      <a:pt x="1822485" y="643910"/>
                      <a:pt x="1832486" y="616287"/>
                    </a:cubicBezTo>
                    <a:cubicBezTo>
                      <a:pt x="1844488" y="583140"/>
                      <a:pt x="1860394" y="570186"/>
                      <a:pt x="1895446" y="569234"/>
                    </a:cubicBezTo>
                    <a:cubicBezTo>
                      <a:pt x="1914496" y="568662"/>
                      <a:pt x="1932880" y="569234"/>
                      <a:pt x="1951358" y="569234"/>
                    </a:cubicBezTo>
                    <a:lnTo>
                      <a:pt x="1951358" y="481604"/>
                    </a:lnTo>
                    <a:lnTo>
                      <a:pt x="1900399" y="481604"/>
                    </a:lnTo>
                    <a:cubicBezTo>
                      <a:pt x="1859632" y="481604"/>
                      <a:pt x="1844583" y="469221"/>
                      <a:pt x="1831248" y="431312"/>
                    </a:cubicBezTo>
                    <a:cubicBezTo>
                      <a:pt x="1821480" y="403604"/>
                      <a:pt x="1810127" y="376476"/>
                      <a:pt x="1797244" y="350064"/>
                    </a:cubicBezTo>
                    <a:cubicBezTo>
                      <a:pt x="1784004" y="322822"/>
                      <a:pt x="1784385" y="298343"/>
                      <a:pt x="1806769" y="277102"/>
                    </a:cubicBezTo>
                    <a:cubicBezTo>
                      <a:pt x="1821056" y="263386"/>
                      <a:pt x="1837630" y="252051"/>
                      <a:pt x="1852298" y="240336"/>
                    </a:cubicBezTo>
                    <a:lnTo>
                      <a:pt x="1785623" y="169279"/>
                    </a:lnTo>
                    <a:cubicBezTo>
                      <a:pt x="1773336" y="183471"/>
                      <a:pt x="1762954" y="197092"/>
                      <a:pt x="1750952" y="209094"/>
                    </a:cubicBezTo>
                    <a:cubicBezTo>
                      <a:pt x="1721901" y="238145"/>
                      <a:pt x="1703899" y="239574"/>
                      <a:pt x="1666751" y="221476"/>
                    </a:cubicBezTo>
                    <a:cubicBezTo>
                      <a:pt x="1642024" y="209351"/>
                      <a:pt x="1616576" y="198759"/>
                      <a:pt x="1590551" y="189758"/>
                    </a:cubicBezTo>
                    <a:cubicBezTo>
                      <a:pt x="1552451" y="176899"/>
                      <a:pt x="1540164" y="161659"/>
                      <a:pt x="1539402" y="121083"/>
                    </a:cubicBezTo>
                    <a:cubicBezTo>
                      <a:pt x="1539402" y="104414"/>
                      <a:pt x="1539402" y="87650"/>
                      <a:pt x="1539402" y="70219"/>
                    </a:cubicBezTo>
                    <a:lnTo>
                      <a:pt x="1452724" y="70219"/>
                    </a:lnTo>
                    <a:cubicBezTo>
                      <a:pt x="1452724" y="87840"/>
                      <a:pt x="1452724" y="103747"/>
                      <a:pt x="1452724" y="119654"/>
                    </a:cubicBezTo>
                    <a:cubicBezTo>
                      <a:pt x="1452724" y="161088"/>
                      <a:pt x="1439485" y="176804"/>
                      <a:pt x="1400432" y="190329"/>
                    </a:cubicBezTo>
                    <a:cubicBezTo>
                      <a:pt x="1373644" y="199912"/>
                      <a:pt x="1347409" y="210980"/>
                      <a:pt x="1321851" y="223476"/>
                    </a:cubicBezTo>
                    <a:cubicBezTo>
                      <a:pt x="1289656" y="238812"/>
                      <a:pt x="1269654" y="237383"/>
                      <a:pt x="1244413" y="212142"/>
                    </a:cubicBezTo>
                    <a:cubicBezTo>
                      <a:pt x="1232232" y="198759"/>
                      <a:pt x="1220815" y="184710"/>
                      <a:pt x="1210218" y="170041"/>
                    </a:cubicBezTo>
                    <a:lnTo>
                      <a:pt x="1138209" y="236716"/>
                    </a:lnTo>
                    <a:cubicBezTo>
                      <a:pt x="1154211" y="249861"/>
                      <a:pt x="1169165" y="260243"/>
                      <a:pt x="1181929" y="272911"/>
                    </a:cubicBezTo>
                    <a:cubicBezTo>
                      <a:pt x="1206789" y="297581"/>
                      <a:pt x="1209456" y="318822"/>
                      <a:pt x="1194216" y="350445"/>
                    </a:cubicBezTo>
                    <a:cubicBezTo>
                      <a:pt x="1186310" y="366732"/>
                      <a:pt x="1175166" y="382353"/>
                      <a:pt x="1171546" y="399498"/>
                    </a:cubicBezTo>
                    <a:cubicBezTo>
                      <a:pt x="1158688" y="461887"/>
                      <a:pt x="1125064" y="492272"/>
                      <a:pt x="1059151" y="482080"/>
                    </a:cubicBezTo>
                    <a:cubicBezTo>
                      <a:pt x="1050336" y="483414"/>
                      <a:pt x="1042839" y="489214"/>
                      <a:pt x="1039339" y="497415"/>
                    </a:cubicBezTo>
                    <a:cubicBezTo>
                      <a:pt x="1037804" y="521199"/>
                      <a:pt x="1037486" y="545040"/>
                      <a:pt x="1038387" y="568853"/>
                    </a:cubicBezTo>
                    <a:lnTo>
                      <a:pt x="1098490" y="568853"/>
                    </a:lnTo>
                    <a:cubicBezTo>
                      <a:pt x="1126150" y="567396"/>
                      <a:pt x="1151072" y="585455"/>
                      <a:pt x="1158307" y="612192"/>
                    </a:cubicBezTo>
                    <a:cubicBezTo>
                      <a:pt x="1169165" y="642481"/>
                      <a:pt x="1182119" y="672104"/>
                      <a:pt x="1195168" y="701536"/>
                    </a:cubicBezTo>
                    <a:cubicBezTo>
                      <a:pt x="1208218" y="730968"/>
                      <a:pt x="1206408" y="752781"/>
                      <a:pt x="1182500" y="776688"/>
                    </a:cubicBezTo>
                    <a:cubicBezTo>
                      <a:pt x="1169165" y="790023"/>
                      <a:pt x="1153925" y="801168"/>
                      <a:pt x="1140209" y="812693"/>
                    </a:cubicBezTo>
                    <a:lnTo>
                      <a:pt x="1206884" y="882321"/>
                    </a:lnTo>
                    <a:cubicBezTo>
                      <a:pt x="1218695" y="868224"/>
                      <a:pt x="1228315" y="854984"/>
                      <a:pt x="1239650" y="843554"/>
                    </a:cubicBezTo>
                    <a:cubicBezTo>
                      <a:pt x="1269844" y="812979"/>
                      <a:pt x="1288323" y="811169"/>
                      <a:pt x="1326232" y="829076"/>
                    </a:cubicBezTo>
                    <a:cubicBezTo>
                      <a:pt x="1353569" y="842030"/>
                      <a:pt x="1381954" y="853079"/>
                      <a:pt x="1410433" y="863461"/>
                    </a:cubicBezTo>
                    <a:cubicBezTo>
                      <a:pt x="1435997" y="870557"/>
                      <a:pt x="1453489" y="894084"/>
                      <a:pt x="1452915" y="920611"/>
                    </a:cubicBezTo>
                    <a:cubicBezTo>
                      <a:pt x="1452915" y="940328"/>
                      <a:pt x="1452915" y="960045"/>
                      <a:pt x="1452915" y="980142"/>
                    </a:cubicBezTo>
                    <a:lnTo>
                      <a:pt x="1539592" y="980142"/>
                    </a:lnTo>
                    <a:cubicBezTo>
                      <a:pt x="1539592" y="958902"/>
                      <a:pt x="1539021" y="939852"/>
                      <a:pt x="1539592" y="920897"/>
                    </a:cubicBezTo>
                    <a:cubicBezTo>
                      <a:pt x="1538664" y="895141"/>
                      <a:pt x="1554845" y="871853"/>
                      <a:pt x="1579312" y="863747"/>
                    </a:cubicBezTo>
                    <a:cubicBezTo>
                      <a:pt x="1612014" y="851050"/>
                      <a:pt x="1644399" y="837582"/>
                      <a:pt x="1676467" y="823361"/>
                    </a:cubicBezTo>
                    <a:cubicBezTo>
                      <a:pt x="1702089" y="812121"/>
                      <a:pt x="1725235" y="814788"/>
                      <a:pt x="1744570" y="834791"/>
                    </a:cubicBezTo>
                    <a:cubicBezTo>
                      <a:pt x="1758286" y="848983"/>
                      <a:pt x="1769812" y="865366"/>
                      <a:pt x="1783909" y="882416"/>
                    </a:cubicBezTo>
                    <a:close/>
                    <a:moveTo>
                      <a:pt x="1098775" y="388068"/>
                    </a:moveTo>
                    <a:cubicBezTo>
                      <a:pt x="1091251" y="387402"/>
                      <a:pt x="1083916" y="386163"/>
                      <a:pt x="1076487" y="386163"/>
                    </a:cubicBezTo>
                    <a:cubicBezTo>
                      <a:pt x="770798" y="386163"/>
                      <a:pt x="465144" y="386163"/>
                      <a:pt x="159515" y="386163"/>
                    </a:cubicBezTo>
                    <a:cubicBezTo>
                      <a:pt x="96650" y="386163"/>
                      <a:pt x="68361" y="416262"/>
                      <a:pt x="68266" y="480366"/>
                    </a:cubicBezTo>
                    <a:cubicBezTo>
                      <a:pt x="68266" y="837486"/>
                      <a:pt x="68266" y="1194579"/>
                      <a:pt x="68266" y="1551642"/>
                    </a:cubicBezTo>
                    <a:cubicBezTo>
                      <a:pt x="68266" y="1561167"/>
                      <a:pt x="69313" y="1571550"/>
                      <a:pt x="69885" y="1581646"/>
                    </a:cubicBezTo>
                    <a:cubicBezTo>
                      <a:pt x="79410" y="1582218"/>
                      <a:pt x="84934" y="1582980"/>
                      <a:pt x="90554" y="1582884"/>
                    </a:cubicBezTo>
                    <a:cubicBezTo>
                      <a:pt x="147037" y="1582313"/>
                      <a:pt x="139227" y="1589552"/>
                      <a:pt x="139322" y="1534783"/>
                    </a:cubicBezTo>
                    <a:cubicBezTo>
                      <a:pt x="139322" y="1215762"/>
                      <a:pt x="139322" y="896770"/>
                      <a:pt x="139322" y="577806"/>
                    </a:cubicBezTo>
                    <a:cubicBezTo>
                      <a:pt x="139322" y="502273"/>
                      <a:pt x="167897" y="473698"/>
                      <a:pt x="242097" y="473698"/>
                    </a:cubicBezTo>
                    <a:lnTo>
                      <a:pt x="966473" y="473698"/>
                    </a:lnTo>
                    <a:cubicBezTo>
                      <a:pt x="984761" y="422549"/>
                      <a:pt x="995048" y="415310"/>
                      <a:pt x="1048960" y="415215"/>
                    </a:cubicBezTo>
                    <a:cubicBezTo>
                      <a:pt x="1057532" y="415215"/>
                      <a:pt x="1066105" y="415215"/>
                      <a:pt x="1074582" y="415215"/>
                    </a:cubicBezTo>
                    <a:cubicBezTo>
                      <a:pt x="1093918" y="416643"/>
                      <a:pt x="1100490" y="407309"/>
                      <a:pt x="1098775" y="388068"/>
                    </a:cubicBezTo>
                    <a:close/>
                    <a:moveTo>
                      <a:pt x="1324613" y="1940643"/>
                    </a:moveTo>
                    <a:lnTo>
                      <a:pt x="962092" y="1940643"/>
                    </a:lnTo>
                    <a:cubicBezTo>
                      <a:pt x="954281" y="2033608"/>
                      <a:pt x="946661" y="2124381"/>
                      <a:pt x="938851" y="2216868"/>
                    </a:cubicBezTo>
                    <a:lnTo>
                      <a:pt x="1347854" y="2216868"/>
                    </a:lnTo>
                    <a:cubicBezTo>
                      <a:pt x="1340044" y="2124000"/>
                      <a:pt x="1332043" y="2033131"/>
                      <a:pt x="1324613" y="1940167"/>
                    </a:cubicBezTo>
                    <a:close/>
                    <a:moveTo>
                      <a:pt x="2216725" y="1581456"/>
                    </a:moveTo>
                    <a:cubicBezTo>
                      <a:pt x="2217391" y="1571931"/>
                      <a:pt x="2218344" y="1563358"/>
                      <a:pt x="2218344" y="1554976"/>
                    </a:cubicBezTo>
                    <a:cubicBezTo>
                      <a:pt x="2218344" y="1196074"/>
                      <a:pt x="2218344" y="837296"/>
                      <a:pt x="2218344" y="478651"/>
                    </a:cubicBezTo>
                    <a:cubicBezTo>
                      <a:pt x="2218344" y="417215"/>
                      <a:pt x="2189102" y="387687"/>
                      <a:pt x="2127285" y="387116"/>
                    </a:cubicBezTo>
                    <a:cubicBezTo>
                      <a:pt x="2057752" y="386544"/>
                      <a:pt x="1988220" y="387116"/>
                      <a:pt x="1918783" y="387116"/>
                    </a:cubicBezTo>
                    <a:cubicBezTo>
                      <a:pt x="1910401" y="387116"/>
                      <a:pt x="1902114" y="388259"/>
                      <a:pt x="1894018" y="388926"/>
                    </a:cubicBezTo>
                    <a:cubicBezTo>
                      <a:pt x="1890398" y="410166"/>
                      <a:pt x="1899352" y="416929"/>
                      <a:pt x="1917449" y="416358"/>
                    </a:cubicBezTo>
                    <a:cubicBezTo>
                      <a:pt x="1935547" y="415786"/>
                      <a:pt x="1953168" y="412548"/>
                      <a:pt x="1968503" y="417882"/>
                    </a:cubicBezTo>
                    <a:cubicBezTo>
                      <a:pt x="1985743" y="423978"/>
                      <a:pt x="2009175" y="435408"/>
                      <a:pt x="2013747" y="449695"/>
                    </a:cubicBezTo>
                    <a:cubicBezTo>
                      <a:pt x="2021938" y="475222"/>
                      <a:pt x="2036131" y="475127"/>
                      <a:pt x="2055847" y="474936"/>
                    </a:cubicBezTo>
                    <a:cubicBezTo>
                      <a:pt x="2098996" y="474936"/>
                      <a:pt x="2130142" y="493320"/>
                      <a:pt x="2141001" y="528276"/>
                    </a:cubicBezTo>
                    <a:cubicBezTo>
                      <a:pt x="2145603" y="545726"/>
                      <a:pt x="2147593" y="563767"/>
                      <a:pt x="2146906" y="581807"/>
                    </a:cubicBezTo>
                    <a:cubicBezTo>
                      <a:pt x="2147287" y="896008"/>
                      <a:pt x="2147287" y="1210333"/>
                      <a:pt x="2146906" y="1524782"/>
                    </a:cubicBezTo>
                    <a:cubicBezTo>
                      <a:pt x="2147192" y="1587552"/>
                      <a:pt x="2147192" y="1587552"/>
                      <a:pt x="2216725" y="15809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351EADDD-C29B-4231-AFB5-43417EB8EF1B}"/>
                  </a:ext>
                </a:extLst>
              </p:cNvPr>
              <p:cNvSpPr/>
              <p:nvPr/>
            </p:nvSpPr>
            <p:spPr>
              <a:xfrm>
                <a:off x="5105456" y="2171308"/>
                <a:ext cx="137513" cy="137495"/>
              </a:xfrm>
              <a:custGeom>
                <a:avLst/>
                <a:gdLst>
                  <a:gd name="connsiteX0" fmla="*/ 268115 w 521429"/>
                  <a:gd name="connsiteY0" fmla="*/ 521222 h 521360"/>
                  <a:gd name="connsiteX1" fmla="*/ 36562 w 521429"/>
                  <a:gd name="connsiteY1" fmla="*/ 389205 h 521360"/>
                  <a:gd name="connsiteX2" fmla="*/ 36562 w 521429"/>
                  <a:gd name="connsiteY2" fmla="*/ 130887 h 521360"/>
                  <a:gd name="connsiteX3" fmla="*/ 90569 w 521429"/>
                  <a:gd name="connsiteY3" fmla="*/ 105265 h 521360"/>
                  <a:gd name="connsiteX4" fmla="*/ 94760 w 521429"/>
                  <a:gd name="connsiteY4" fmla="*/ 164987 h 521360"/>
                  <a:gd name="connsiteX5" fmla="*/ 106000 w 521429"/>
                  <a:gd name="connsiteY5" fmla="*/ 372060 h 521360"/>
                  <a:gd name="connsiteX6" fmla="*/ 301453 w 521429"/>
                  <a:gd name="connsiteY6" fmla="*/ 448260 h 521360"/>
                  <a:gd name="connsiteX7" fmla="*/ 448614 w 521429"/>
                  <a:gd name="connsiteY7" fmla="*/ 305385 h 521360"/>
                  <a:gd name="connsiteX8" fmla="*/ 230015 w 521429"/>
                  <a:gd name="connsiteY8" fmla="*/ 70975 h 521360"/>
                  <a:gd name="connsiteX9" fmla="*/ 210298 w 521429"/>
                  <a:gd name="connsiteY9" fmla="*/ 74213 h 521360"/>
                  <a:gd name="connsiteX10" fmla="*/ 167245 w 521429"/>
                  <a:gd name="connsiteY10" fmla="*/ 48401 h 521360"/>
                  <a:gd name="connsiteX11" fmla="*/ 198583 w 521429"/>
                  <a:gd name="connsiteY11" fmla="*/ 8491 h 521360"/>
                  <a:gd name="connsiteX12" fmla="*/ 512336 w 521429"/>
                  <a:gd name="connsiteY12" fmla="*/ 191752 h 521360"/>
                  <a:gd name="connsiteX13" fmla="*/ 330259 w 521429"/>
                  <a:gd name="connsiteY13" fmla="*/ 510792 h 521360"/>
                  <a:gd name="connsiteX14" fmla="*/ 324598 w 521429"/>
                  <a:gd name="connsiteY14" fmla="*/ 512268 h 521360"/>
                  <a:gd name="connsiteX15" fmla="*/ 268115 w 521429"/>
                  <a:gd name="connsiteY15" fmla="*/ 521222 h 521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21429" h="521360">
                    <a:moveTo>
                      <a:pt x="268115" y="521222"/>
                    </a:moveTo>
                    <a:cubicBezTo>
                      <a:pt x="163816" y="516840"/>
                      <a:pt x="85997" y="475502"/>
                      <a:pt x="36562" y="389205"/>
                    </a:cubicBezTo>
                    <a:cubicBezTo>
                      <a:pt x="-12872" y="302909"/>
                      <a:pt x="-11063" y="216898"/>
                      <a:pt x="36562" y="130887"/>
                    </a:cubicBezTo>
                    <a:cubicBezTo>
                      <a:pt x="52850" y="100979"/>
                      <a:pt x="70567" y="93454"/>
                      <a:pt x="90569" y="105265"/>
                    </a:cubicBezTo>
                    <a:cubicBezTo>
                      <a:pt x="110572" y="117076"/>
                      <a:pt x="110953" y="135078"/>
                      <a:pt x="94760" y="164987"/>
                    </a:cubicBezTo>
                    <a:cubicBezTo>
                      <a:pt x="56660" y="236234"/>
                      <a:pt x="58946" y="306909"/>
                      <a:pt x="106000" y="372060"/>
                    </a:cubicBezTo>
                    <a:cubicBezTo>
                      <a:pt x="153053" y="437211"/>
                      <a:pt x="221347" y="465119"/>
                      <a:pt x="301453" y="448260"/>
                    </a:cubicBezTo>
                    <a:cubicBezTo>
                      <a:pt x="378891" y="431877"/>
                      <a:pt x="429278" y="382347"/>
                      <a:pt x="448614" y="305385"/>
                    </a:cubicBezTo>
                    <a:cubicBezTo>
                      <a:pt x="482237" y="172035"/>
                      <a:pt x="365556" y="47734"/>
                      <a:pt x="230015" y="70975"/>
                    </a:cubicBezTo>
                    <a:lnTo>
                      <a:pt x="210298" y="74213"/>
                    </a:lnTo>
                    <a:cubicBezTo>
                      <a:pt x="188581" y="77738"/>
                      <a:pt x="171246" y="71832"/>
                      <a:pt x="167245" y="48401"/>
                    </a:cubicBezTo>
                    <a:cubicBezTo>
                      <a:pt x="163245" y="24969"/>
                      <a:pt x="177437" y="14396"/>
                      <a:pt x="198583" y="8491"/>
                    </a:cubicBezTo>
                    <a:cubicBezTo>
                      <a:pt x="330790" y="-28276"/>
                      <a:pt x="476046" y="56116"/>
                      <a:pt x="512336" y="191752"/>
                    </a:cubicBezTo>
                    <a:cubicBezTo>
                      <a:pt x="550157" y="330131"/>
                      <a:pt x="468638" y="472968"/>
                      <a:pt x="330259" y="510792"/>
                    </a:cubicBezTo>
                    <a:cubicBezTo>
                      <a:pt x="328378" y="511306"/>
                      <a:pt x="326491" y="511792"/>
                      <a:pt x="324598" y="512268"/>
                    </a:cubicBezTo>
                    <a:cubicBezTo>
                      <a:pt x="304405" y="517507"/>
                      <a:pt x="283450" y="518840"/>
                      <a:pt x="268115" y="52122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EFA8C705-87FB-4F27-BEB7-088DEDD9EAF9}"/>
                  </a:ext>
                </a:extLst>
              </p:cNvPr>
              <p:cNvSpPr/>
              <p:nvPr/>
            </p:nvSpPr>
            <p:spPr>
              <a:xfrm>
                <a:off x="5138643" y="2204330"/>
                <a:ext cx="71166" cy="71415"/>
              </a:xfrm>
              <a:custGeom>
                <a:avLst/>
                <a:gdLst>
                  <a:gd name="connsiteX0" fmla="*/ 270005 w 269852"/>
                  <a:gd name="connsiteY0" fmla="*/ 134545 h 270796"/>
                  <a:gd name="connsiteX1" fmla="*/ 137608 w 269852"/>
                  <a:gd name="connsiteY1" fmla="*/ 270657 h 270796"/>
                  <a:gd name="connsiteX2" fmla="*/ 162 w 269852"/>
                  <a:gd name="connsiteY2" fmla="*/ 135878 h 270796"/>
                  <a:gd name="connsiteX3" fmla="*/ 136274 w 269852"/>
                  <a:gd name="connsiteY3" fmla="*/ -139 h 270796"/>
                  <a:gd name="connsiteX4" fmla="*/ 270005 w 269852"/>
                  <a:gd name="connsiteY4" fmla="*/ 134545 h 270796"/>
                  <a:gd name="connsiteX5" fmla="*/ 270005 w 269852"/>
                  <a:gd name="connsiteY5" fmla="*/ 134545 h 270796"/>
                  <a:gd name="connsiteX6" fmla="*/ 135226 w 269852"/>
                  <a:gd name="connsiteY6" fmla="*/ 67870 h 270796"/>
                  <a:gd name="connsiteX7" fmla="*/ 68551 w 269852"/>
                  <a:gd name="connsiteY7" fmla="*/ 135211 h 270796"/>
                  <a:gd name="connsiteX8" fmla="*/ 135226 w 269852"/>
                  <a:gd name="connsiteY8" fmla="*/ 203887 h 270796"/>
                  <a:gd name="connsiteX9" fmla="*/ 203902 w 269852"/>
                  <a:gd name="connsiteY9" fmla="*/ 134449 h 270796"/>
                  <a:gd name="connsiteX10" fmla="*/ 135226 w 269852"/>
                  <a:gd name="connsiteY10" fmla="*/ 67489 h 270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9852" h="270796">
                    <a:moveTo>
                      <a:pt x="270005" y="134545"/>
                    </a:moveTo>
                    <a:cubicBezTo>
                      <a:pt x="270854" y="208621"/>
                      <a:pt x="211679" y="269457"/>
                      <a:pt x="137608" y="270657"/>
                    </a:cubicBezTo>
                    <a:cubicBezTo>
                      <a:pt x="62602" y="270981"/>
                      <a:pt x="1310" y="210878"/>
                      <a:pt x="162" y="135878"/>
                    </a:cubicBezTo>
                    <a:cubicBezTo>
                      <a:pt x="319" y="60783"/>
                      <a:pt x="61182" y="-34"/>
                      <a:pt x="136274" y="-139"/>
                    </a:cubicBezTo>
                    <a:cubicBezTo>
                      <a:pt x="210394" y="128"/>
                      <a:pt x="270268" y="60421"/>
                      <a:pt x="270005" y="134545"/>
                    </a:cubicBezTo>
                    <a:cubicBezTo>
                      <a:pt x="270005" y="134545"/>
                      <a:pt x="270005" y="134545"/>
                      <a:pt x="270005" y="134545"/>
                    </a:cubicBezTo>
                    <a:close/>
                    <a:moveTo>
                      <a:pt x="135226" y="67870"/>
                    </a:moveTo>
                    <a:cubicBezTo>
                      <a:pt x="98295" y="68232"/>
                      <a:pt x="68549" y="98283"/>
                      <a:pt x="68551" y="135211"/>
                    </a:cubicBezTo>
                    <a:cubicBezTo>
                      <a:pt x="68435" y="172416"/>
                      <a:pt x="98038" y="202906"/>
                      <a:pt x="135226" y="203887"/>
                    </a:cubicBezTo>
                    <a:cubicBezTo>
                      <a:pt x="173299" y="203525"/>
                      <a:pt x="203956" y="172521"/>
                      <a:pt x="203902" y="134449"/>
                    </a:cubicBezTo>
                    <a:cubicBezTo>
                      <a:pt x="203379" y="97016"/>
                      <a:pt x="172661" y="67070"/>
                      <a:pt x="135226" y="674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63A4AAD2-9B82-4869-9F7F-07B4D2C2BCCA}"/>
                  </a:ext>
                </a:extLst>
              </p:cNvPr>
              <p:cNvSpPr/>
              <p:nvPr/>
            </p:nvSpPr>
            <p:spPr>
              <a:xfrm>
                <a:off x="5052507" y="2556758"/>
                <a:ext cx="57550" cy="17989"/>
              </a:xfrm>
              <a:custGeom>
                <a:avLst/>
                <a:gdLst>
                  <a:gd name="connsiteX0" fmla="*/ 109796 w 218221"/>
                  <a:gd name="connsiteY0" fmla="*/ 146 h 68210"/>
                  <a:gd name="connsiteX1" fmla="*/ 181234 w 218221"/>
                  <a:gd name="connsiteY1" fmla="*/ 146 h 68210"/>
                  <a:gd name="connsiteX2" fmla="*/ 218381 w 218221"/>
                  <a:gd name="connsiteY2" fmla="*/ 34341 h 68210"/>
                  <a:gd name="connsiteX3" fmla="*/ 180281 w 218221"/>
                  <a:gd name="connsiteY3" fmla="*/ 67678 h 68210"/>
                  <a:gd name="connsiteX4" fmla="*/ 37406 w 218221"/>
                  <a:gd name="connsiteY4" fmla="*/ 67678 h 68210"/>
                  <a:gd name="connsiteX5" fmla="*/ 164 w 218221"/>
                  <a:gd name="connsiteY5" fmla="*/ 33769 h 68210"/>
                  <a:gd name="connsiteX6" fmla="*/ 38264 w 218221"/>
                  <a:gd name="connsiteY6" fmla="*/ 51 h 68210"/>
                  <a:gd name="connsiteX7" fmla="*/ 109796 w 218221"/>
                  <a:gd name="connsiteY7" fmla="*/ 146 h 68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8221" h="68210">
                    <a:moveTo>
                      <a:pt x="109796" y="146"/>
                    </a:moveTo>
                    <a:cubicBezTo>
                      <a:pt x="133609" y="146"/>
                      <a:pt x="157421" y="-426"/>
                      <a:pt x="181234" y="146"/>
                    </a:cubicBezTo>
                    <a:cubicBezTo>
                      <a:pt x="202856" y="813"/>
                      <a:pt x="218572" y="10433"/>
                      <a:pt x="218381" y="34341"/>
                    </a:cubicBezTo>
                    <a:cubicBezTo>
                      <a:pt x="218191" y="58248"/>
                      <a:pt x="202189" y="67488"/>
                      <a:pt x="180281" y="67678"/>
                    </a:cubicBezTo>
                    <a:cubicBezTo>
                      <a:pt x="132656" y="68154"/>
                      <a:pt x="85031" y="68250"/>
                      <a:pt x="37406" y="67678"/>
                    </a:cubicBezTo>
                    <a:cubicBezTo>
                      <a:pt x="15689" y="67678"/>
                      <a:pt x="-27" y="58153"/>
                      <a:pt x="164" y="33769"/>
                    </a:cubicBezTo>
                    <a:cubicBezTo>
                      <a:pt x="354" y="9385"/>
                      <a:pt x="16451" y="717"/>
                      <a:pt x="38264" y="51"/>
                    </a:cubicBezTo>
                    <a:cubicBezTo>
                      <a:pt x="62171" y="-426"/>
                      <a:pt x="85984" y="146"/>
                      <a:pt x="109796" y="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A87A3EEF-8FF7-46BD-BE8F-B19B6578FBE4}"/>
                </a:ext>
              </a:extLst>
            </p:cNvPr>
            <p:cNvGrpSpPr/>
            <p:nvPr/>
          </p:nvGrpSpPr>
          <p:grpSpPr>
            <a:xfrm>
              <a:off x="4852003" y="2281899"/>
              <a:ext cx="216375" cy="216104"/>
              <a:chOff x="4852003" y="2281899"/>
              <a:chExt cx="216375" cy="216104"/>
            </a:xfrm>
            <a:grpFill/>
          </p:grpSpPr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15D388CB-FE1E-43CA-A43B-1279F7BB4C21}"/>
                  </a:ext>
                </a:extLst>
              </p:cNvPr>
              <p:cNvSpPr/>
              <p:nvPr/>
            </p:nvSpPr>
            <p:spPr>
              <a:xfrm>
                <a:off x="4852003" y="2281899"/>
                <a:ext cx="216375" cy="216104"/>
              </a:xfrm>
              <a:custGeom>
                <a:avLst/>
                <a:gdLst>
                  <a:gd name="connsiteX0" fmla="*/ 700059 w 820461"/>
                  <a:gd name="connsiteY0" fmla="*/ 256465 h 819435"/>
                  <a:gd name="connsiteX1" fmla="*/ 704536 w 820461"/>
                  <a:gd name="connsiteY1" fmla="*/ 266847 h 819435"/>
                  <a:gd name="connsiteX2" fmla="*/ 773306 w 820461"/>
                  <a:gd name="connsiteY2" fmla="*/ 318282 h 819435"/>
                  <a:gd name="connsiteX3" fmla="*/ 819979 w 820461"/>
                  <a:gd name="connsiteY3" fmla="*/ 368955 h 819435"/>
                  <a:gd name="connsiteX4" fmla="*/ 819979 w 820461"/>
                  <a:gd name="connsiteY4" fmla="*/ 443250 h 819435"/>
                  <a:gd name="connsiteX5" fmla="*/ 759876 w 820461"/>
                  <a:gd name="connsiteY5" fmla="*/ 502972 h 819435"/>
                  <a:gd name="connsiteX6" fmla="*/ 724729 w 820461"/>
                  <a:gd name="connsiteY6" fmla="*/ 507830 h 819435"/>
                  <a:gd name="connsiteX7" fmla="*/ 701392 w 820461"/>
                  <a:gd name="connsiteY7" fmla="*/ 562313 h 819435"/>
                  <a:gd name="connsiteX8" fmla="*/ 716823 w 820461"/>
                  <a:gd name="connsiteY8" fmla="*/ 584125 h 819435"/>
                  <a:gd name="connsiteX9" fmla="*/ 716823 w 820461"/>
                  <a:gd name="connsiteY9" fmla="*/ 683280 h 819435"/>
                  <a:gd name="connsiteX10" fmla="*/ 672151 w 820461"/>
                  <a:gd name="connsiteY10" fmla="*/ 727476 h 819435"/>
                  <a:gd name="connsiteX11" fmla="*/ 603285 w 820461"/>
                  <a:gd name="connsiteY11" fmla="*/ 730715 h 819435"/>
                  <a:gd name="connsiteX12" fmla="*/ 504892 w 820461"/>
                  <a:gd name="connsiteY12" fmla="*/ 724333 h 819435"/>
                  <a:gd name="connsiteX13" fmla="*/ 503653 w 820461"/>
                  <a:gd name="connsiteY13" fmla="*/ 740811 h 819435"/>
                  <a:gd name="connsiteX14" fmla="*/ 425167 w 820461"/>
                  <a:gd name="connsiteY14" fmla="*/ 819297 h 819435"/>
                  <a:gd name="connsiteX15" fmla="*/ 379447 w 820461"/>
                  <a:gd name="connsiteY15" fmla="*/ 819297 h 819435"/>
                  <a:gd name="connsiteX16" fmla="*/ 317725 w 820461"/>
                  <a:gd name="connsiteY16" fmla="*/ 758242 h 819435"/>
                  <a:gd name="connsiteX17" fmla="*/ 312010 w 820461"/>
                  <a:gd name="connsiteY17" fmla="*/ 723666 h 819435"/>
                  <a:gd name="connsiteX18" fmla="*/ 257527 w 820461"/>
                  <a:gd name="connsiteY18" fmla="*/ 700616 h 819435"/>
                  <a:gd name="connsiteX19" fmla="*/ 235429 w 820461"/>
                  <a:gd name="connsiteY19" fmla="*/ 715856 h 819435"/>
                  <a:gd name="connsiteX20" fmla="*/ 136750 w 820461"/>
                  <a:gd name="connsiteY20" fmla="*/ 715284 h 819435"/>
                  <a:gd name="connsiteX21" fmla="*/ 96460 w 820461"/>
                  <a:gd name="connsiteY21" fmla="*/ 674803 h 819435"/>
                  <a:gd name="connsiteX22" fmla="*/ 96460 w 820461"/>
                  <a:gd name="connsiteY22" fmla="*/ 592412 h 819435"/>
                  <a:gd name="connsiteX23" fmla="*/ 97603 w 820461"/>
                  <a:gd name="connsiteY23" fmla="*/ 509354 h 819435"/>
                  <a:gd name="connsiteX24" fmla="*/ 71504 w 820461"/>
                  <a:gd name="connsiteY24" fmla="*/ 503162 h 819435"/>
                  <a:gd name="connsiteX25" fmla="*/ 162 w 820461"/>
                  <a:gd name="connsiteY25" fmla="*/ 431058 h 819435"/>
                  <a:gd name="connsiteX26" fmla="*/ 162 w 820461"/>
                  <a:gd name="connsiteY26" fmla="*/ 382481 h 819435"/>
                  <a:gd name="connsiteX27" fmla="*/ 65599 w 820461"/>
                  <a:gd name="connsiteY27" fmla="*/ 315806 h 819435"/>
                  <a:gd name="connsiteX28" fmla="*/ 96841 w 820461"/>
                  <a:gd name="connsiteY28" fmla="*/ 309900 h 819435"/>
                  <a:gd name="connsiteX29" fmla="*/ 118653 w 820461"/>
                  <a:gd name="connsiteY29" fmla="*/ 254941 h 819435"/>
                  <a:gd name="connsiteX30" fmla="*/ 100555 w 820461"/>
                  <a:gd name="connsiteY30" fmla="*/ 231128 h 819435"/>
                  <a:gd name="connsiteX31" fmla="*/ 101317 w 820461"/>
                  <a:gd name="connsiteY31" fmla="*/ 138260 h 819435"/>
                  <a:gd name="connsiteX32" fmla="*/ 143799 w 820461"/>
                  <a:gd name="connsiteY32" fmla="*/ 95873 h 819435"/>
                  <a:gd name="connsiteX33" fmla="*/ 228476 w 820461"/>
                  <a:gd name="connsiteY33" fmla="*/ 96349 h 819435"/>
                  <a:gd name="connsiteX34" fmla="*/ 256289 w 820461"/>
                  <a:gd name="connsiteY34" fmla="*/ 118066 h 819435"/>
                  <a:gd name="connsiteX35" fmla="*/ 311344 w 820461"/>
                  <a:gd name="connsiteY35" fmla="*/ 96064 h 819435"/>
                  <a:gd name="connsiteX36" fmla="*/ 317059 w 820461"/>
                  <a:gd name="connsiteY36" fmla="*/ 72727 h 819435"/>
                  <a:gd name="connsiteX37" fmla="*/ 392401 w 820461"/>
                  <a:gd name="connsiteY37" fmla="*/ -139 h 819435"/>
                  <a:gd name="connsiteX38" fmla="*/ 446694 w 820461"/>
                  <a:gd name="connsiteY38" fmla="*/ -139 h 819435"/>
                  <a:gd name="connsiteX39" fmla="*/ 503177 w 820461"/>
                  <a:gd name="connsiteY39" fmla="*/ 57011 h 819435"/>
                  <a:gd name="connsiteX40" fmla="*/ 507749 w 820461"/>
                  <a:gd name="connsiteY40" fmla="*/ 95111 h 819435"/>
                  <a:gd name="connsiteX41" fmla="*/ 563185 w 820461"/>
                  <a:gd name="connsiteY41" fmla="*/ 118733 h 819435"/>
                  <a:gd name="connsiteX42" fmla="*/ 585378 w 820461"/>
                  <a:gd name="connsiteY42" fmla="*/ 103874 h 819435"/>
                  <a:gd name="connsiteX43" fmla="*/ 686248 w 820461"/>
                  <a:gd name="connsiteY43" fmla="*/ 105017 h 819435"/>
                  <a:gd name="connsiteX44" fmla="*/ 722538 w 820461"/>
                  <a:gd name="connsiteY44" fmla="*/ 141498 h 819435"/>
                  <a:gd name="connsiteX45" fmla="*/ 723109 w 820461"/>
                  <a:gd name="connsiteY45" fmla="*/ 227890 h 819435"/>
                  <a:gd name="connsiteX46" fmla="*/ 695677 w 820461"/>
                  <a:gd name="connsiteY46" fmla="*/ 248464 h 819435"/>
                  <a:gd name="connsiteX47" fmla="*/ 435645 w 820461"/>
                  <a:gd name="connsiteY47" fmla="*/ 69584 h 819435"/>
                  <a:gd name="connsiteX48" fmla="*/ 385734 w 820461"/>
                  <a:gd name="connsiteY48" fmla="*/ 104541 h 819435"/>
                  <a:gd name="connsiteX49" fmla="*/ 346681 w 820461"/>
                  <a:gd name="connsiteY49" fmla="*/ 157881 h 819435"/>
                  <a:gd name="connsiteX50" fmla="*/ 309248 w 820461"/>
                  <a:gd name="connsiteY50" fmla="*/ 171502 h 819435"/>
                  <a:gd name="connsiteX51" fmla="*/ 189709 w 820461"/>
                  <a:gd name="connsiteY51" fmla="*/ 154166 h 819435"/>
                  <a:gd name="connsiteX52" fmla="*/ 182947 w 820461"/>
                  <a:gd name="connsiteY52" fmla="*/ 153119 h 819435"/>
                  <a:gd name="connsiteX53" fmla="*/ 150466 w 820461"/>
                  <a:gd name="connsiteY53" fmla="*/ 187218 h 819435"/>
                  <a:gd name="connsiteX54" fmla="*/ 172183 w 820461"/>
                  <a:gd name="connsiteY54" fmla="*/ 308376 h 819435"/>
                  <a:gd name="connsiteX55" fmla="*/ 168850 w 820461"/>
                  <a:gd name="connsiteY55" fmla="*/ 316186 h 819435"/>
                  <a:gd name="connsiteX56" fmla="*/ 76648 w 820461"/>
                  <a:gd name="connsiteY56" fmla="*/ 385624 h 819435"/>
                  <a:gd name="connsiteX57" fmla="*/ 70552 w 820461"/>
                  <a:gd name="connsiteY57" fmla="*/ 388862 h 819435"/>
                  <a:gd name="connsiteX58" fmla="*/ 70552 w 820461"/>
                  <a:gd name="connsiteY58" fmla="*/ 433344 h 819435"/>
                  <a:gd name="connsiteX59" fmla="*/ 91983 w 820461"/>
                  <a:gd name="connsiteY59" fmla="*/ 434773 h 819435"/>
                  <a:gd name="connsiteX60" fmla="*/ 164944 w 820461"/>
                  <a:gd name="connsiteY60" fmla="*/ 490113 h 819435"/>
                  <a:gd name="connsiteX61" fmla="*/ 182947 w 820461"/>
                  <a:gd name="connsiteY61" fmla="*/ 532023 h 819435"/>
                  <a:gd name="connsiteX62" fmla="*/ 170945 w 820461"/>
                  <a:gd name="connsiteY62" fmla="*/ 613557 h 819435"/>
                  <a:gd name="connsiteX63" fmla="*/ 151895 w 820461"/>
                  <a:gd name="connsiteY63" fmla="*/ 633941 h 819435"/>
                  <a:gd name="connsiteX64" fmla="*/ 189995 w 820461"/>
                  <a:gd name="connsiteY64" fmla="*/ 670993 h 819435"/>
                  <a:gd name="connsiteX65" fmla="*/ 211712 w 820461"/>
                  <a:gd name="connsiteY65" fmla="*/ 644894 h 819435"/>
                  <a:gd name="connsiteX66" fmla="*/ 271148 w 820461"/>
                  <a:gd name="connsiteY66" fmla="*/ 629559 h 819435"/>
                  <a:gd name="connsiteX67" fmla="*/ 304581 w 820461"/>
                  <a:gd name="connsiteY67" fmla="*/ 645561 h 819435"/>
                  <a:gd name="connsiteX68" fmla="*/ 384210 w 820461"/>
                  <a:gd name="connsiteY68" fmla="*/ 750336 h 819435"/>
                  <a:gd name="connsiteX69" fmla="*/ 437740 w 820461"/>
                  <a:gd name="connsiteY69" fmla="*/ 750336 h 819435"/>
                  <a:gd name="connsiteX70" fmla="*/ 512131 w 820461"/>
                  <a:gd name="connsiteY70" fmla="*/ 645561 h 819435"/>
                  <a:gd name="connsiteX71" fmla="*/ 632431 w 820461"/>
                  <a:gd name="connsiteY71" fmla="*/ 664135 h 819435"/>
                  <a:gd name="connsiteX72" fmla="*/ 640051 w 820461"/>
                  <a:gd name="connsiteY72" fmla="*/ 664897 h 819435"/>
                  <a:gd name="connsiteX73" fmla="*/ 669769 w 820461"/>
                  <a:gd name="connsiteY73" fmla="*/ 633464 h 819435"/>
                  <a:gd name="connsiteX74" fmla="*/ 654434 w 820461"/>
                  <a:gd name="connsiteY74" fmla="*/ 616796 h 819435"/>
                  <a:gd name="connsiteX75" fmla="*/ 641099 w 820461"/>
                  <a:gd name="connsiteY75" fmla="*/ 528023 h 819435"/>
                  <a:gd name="connsiteX76" fmla="*/ 662054 w 820461"/>
                  <a:gd name="connsiteY76" fmla="*/ 475064 h 819435"/>
                  <a:gd name="connsiteX77" fmla="*/ 717299 w 820461"/>
                  <a:gd name="connsiteY77" fmla="*/ 434677 h 819435"/>
                  <a:gd name="connsiteX78" fmla="*/ 752732 w 820461"/>
                  <a:gd name="connsiteY78" fmla="*/ 434677 h 819435"/>
                  <a:gd name="connsiteX79" fmla="*/ 752732 w 820461"/>
                  <a:gd name="connsiteY79" fmla="*/ 382766 h 819435"/>
                  <a:gd name="connsiteX80" fmla="*/ 649005 w 820461"/>
                  <a:gd name="connsiteY80" fmla="*/ 305995 h 819435"/>
                  <a:gd name="connsiteX81" fmla="*/ 647862 w 820461"/>
                  <a:gd name="connsiteY81" fmla="*/ 303423 h 819435"/>
                  <a:gd name="connsiteX82" fmla="*/ 665769 w 820461"/>
                  <a:gd name="connsiteY82" fmla="*/ 189123 h 819435"/>
                  <a:gd name="connsiteX83" fmla="*/ 668055 w 820461"/>
                  <a:gd name="connsiteY83" fmla="*/ 182265 h 819435"/>
                  <a:gd name="connsiteX84" fmla="*/ 639480 w 820461"/>
                  <a:gd name="connsiteY84" fmla="*/ 151404 h 819435"/>
                  <a:gd name="connsiteX85" fmla="*/ 629955 w 820461"/>
                  <a:gd name="connsiteY85" fmla="*/ 154833 h 819435"/>
                  <a:gd name="connsiteX86" fmla="*/ 617382 w 820461"/>
                  <a:gd name="connsiteY86" fmla="*/ 166549 h 819435"/>
                  <a:gd name="connsiteX87" fmla="*/ 531085 w 820461"/>
                  <a:gd name="connsiteY87" fmla="*/ 179789 h 819435"/>
                  <a:gd name="connsiteX88" fmla="*/ 478126 w 820461"/>
                  <a:gd name="connsiteY88" fmla="*/ 158929 h 819435"/>
                  <a:gd name="connsiteX89" fmla="*/ 435454 w 820461"/>
                  <a:gd name="connsiteY89" fmla="*/ 101779 h 819435"/>
                  <a:gd name="connsiteX90" fmla="*/ 435645 w 820461"/>
                  <a:gd name="connsiteY90" fmla="*/ 69584 h 819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</a:cxnLst>
                <a:rect l="l" t="t" r="r" b="b"/>
                <a:pathLst>
                  <a:path w="820461" h="819435">
                    <a:moveTo>
                      <a:pt x="700059" y="256465"/>
                    </a:moveTo>
                    <a:cubicBezTo>
                      <a:pt x="701785" y="259818"/>
                      <a:pt x="703280" y="263285"/>
                      <a:pt x="704536" y="266847"/>
                    </a:cubicBezTo>
                    <a:cubicBezTo>
                      <a:pt x="714632" y="301232"/>
                      <a:pt x="730063" y="323330"/>
                      <a:pt x="773306" y="318282"/>
                    </a:cubicBezTo>
                    <a:cubicBezTo>
                      <a:pt x="801119" y="315044"/>
                      <a:pt x="818836" y="339332"/>
                      <a:pt x="819979" y="368955"/>
                    </a:cubicBezTo>
                    <a:cubicBezTo>
                      <a:pt x="820931" y="393625"/>
                      <a:pt x="820741" y="418485"/>
                      <a:pt x="819979" y="443250"/>
                    </a:cubicBezTo>
                    <a:cubicBezTo>
                      <a:pt x="819217" y="483826"/>
                      <a:pt x="800929" y="501162"/>
                      <a:pt x="759876" y="502972"/>
                    </a:cubicBezTo>
                    <a:cubicBezTo>
                      <a:pt x="747684" y="503543"/>
                      <a:pt x="729682" y="501162"/>
                      <a:pt x="724729" y="507830"/>
                    </a:cubicBezTo>
                    <a:cubicBezTo>
                      <a:pt x="713625" y="524375"/>
                      <a:pt x="705711" y="542853"/>
                      <a:pt x="701392" y="562313"/>
                    </a:cubicBezTo>
                    <a:cubicBezTo>
                      <a:pt x="699964" y="567932"/>
                      <a:pt x="710917" y="577552"/>
                      <a:pt x="716823" y="584125"/>
                    </a:cubicBezTo>
                    <a:cubicBezTo>
                      <a:pt x="754923" y="623463"/>
                      <a:pt x="754923" y="644990"/>
                      <a:pt x="716823" y="683280"/>
                    </a:cubicBezTo>
                    <a:cubicBezTo>
                      <a:pt x="702059" y="698139"/>
                      <a:pt x="687676" y="713474"/>
                      <a:pt x="672151" y="727476"/>
                    </a:cubicBezTo>
                    <a:cubicBezTo>
                      <a:pt x="649481" y="748050"/>
                      <a:pt x="619954" y="753003"/>
                      <a:pt x="603285" y="730715"/>
                    </a:cubicBezTo>
                    <a:cubicBezTo>
                      <a:pt x="570709" y="687471"/>
                      <a:pt x="539277" y="707569"/>
                      <a:pt x="504892" y="724333"/>
                    </a:cubicBezTo>
                    <a:cubicBezTo>
                      <a:pt x="504892" y="729572"/>
                      <a:pt x="503844" y="735191"/>
                      <a:pt x="503653" y="740811"/>
                    </a:cubicBezTo>
                    <a:cubicBezTo>
                      <a:pt x="502320" y="807486"/>
                      <a:pt x="490604" y="819297"/>
                      <a:pt x="425167" y="819297"/>
                    </a:cubicBezTo>
                    <a:cubicBezTo>
                      <a:pt x="409927" y="819297"/>
                      <a:pt x="394687" y="819297"/>
                      <a:pt x="379447" y="819297"/>
                    </a:cubicBezTo>
                    <a:cubicBezTo>
                      <a:pt x="336680" y="818630"/>
                      <a:pt x="319726" y="801390"/>
                      <a:pt x="317725" y="758242"/>
                    </a:cubicBezTo>
                    <a:cubicBezTo>
                      <a:pt x="317725" y="746335"/>
                      <a:pt x="318773" y="728619"/>
                      <a:pt x="312010" y="723666"/>
                    </a:cubicBezTo>
                    <a:cubicBezTo>
                      <a:pt x="295418" y="712703"/>
                      <a:pt x="276949" y="704892"/>
                      <a:pt x="257527" y="700616"/>
                    </a:cubicBezTo>
                    <a:cubicBezTo>
                      <a:pt x="251717" y="699187"/>
                      <a:pt x="242002" y="709569"/>
                      <a:pt x="235429" y="715856"/>
                    </a:cubicBezTo>
                    <a:cubicBezTo>
                      <a:pt x="196377" y="753289"/>
                      <a:pt x="175231" y="753384"/>
                      <a:pt x="136750" y="715284"/>
                    </a:cubicBezTo>
                    <a:cubicBezTo>
                      <a:pt x="123225" y="701854"/>
                      <a:pt x="109509" y="688614"/>
                      <a:pt x="96460" y="674803"/>
                    </a:cubicBezTo>
                    <a:cubicBezTo>
                      <a:pt x="69790" y="646799"/>
                      <a:pt x="70075" y="620701"/>
                      <a:pt x="96460" y="592412"/>
                    </a:cubicBezTo>
                    <a:cubicBezTo>
                      <a:pt x="119339" y="569628"/>
                      <a:pt x="119843" y="532757"/>
                      <a:pt x="97603" y="509354"/>
                    </a:cubicBezTo>
                    <a:cubicBezTo>
                      <a:pt x="92269" y="503829"/>
                      <a:pt x="80362" y="503448"/>
                      <a:pt x="71504" y="503162"/>
                    </a:cubicBezTo>
                    <a:cubicBezTo>
                      <a:pt x="15592" y="501733"/>
                      <a:pt x="352" y="486589"/>
                      <a:pt x="162" y="431058"/>
                    </a:cubicBezTo>
                    <a:cubicBezTo>
                      <a:pt x="162" y="414865"/>
                      <a:pt x="162" y="398673"/>
                      <a:pt x="162" y="382481"/>
                    </a:cubicBezTo>
                    <a:cubicBezTo>
                      <a:pt x="162" y="334856"/>
                      <a:pt x="18545" y="317234"/>
                      <a:pt x="65599" y="315806"/>
                    </a:cubicBezTo>
                    <a:cubicBezTo>
                      <a:pt x="76362" y="315806"/>
                      <a:pt x="92840" y="315806"/>
                      <a:pt x="96841" y="309900"/>
                    </a:cubicBezTo>
                    <a:cubicBezTo>
                      <a:pt x="107404" y="293060"/>
                      <a:pt x="114795" y="274438"/>
                      <a:pt x="118653" y="254941"/>
                    </a:cubicBezTo>
                    <a:cubicBezTo>
                      <a:pt x="119891" y="248369"/>
                      <a:pt x="107699" y="238462"/>
                      <a:pt x="100555" y="231128"/>
                    </a:cubicBezTo>
                    <a:cubicBezTo>
                      <a:pt x="67789" y="197029"/>
                      <a:pt x="67789" y="172264"/>
                      <a:pt x="101317" y="138260"/>
                    </a:cubicBezTo>
                    <a:cubicBezTo>
                      <a:pt x="115414" y="124067"/>
                      <a:pt x="129892" y="109685"/>
                      <a:pt x="143799" y="95873"/>
                    </a:cubicBezTo>
                    <a:cubicBezTo>
                      <a:pt x="173041" y="67870"/>
                      <a:pt x="198568" y="68251"/>
                      <a:pt x="228476" y="96349"/>
                    </a:cubicBezTo>
                    <a:cubicBezTo>
                      <a:pt x="237334" y="104731"/>
                      <a:pt x="248288" y="119305"/>
                      <a:pt x="256289" y="118066"/>
                    </a:cubicBezTo>
                    <a:cubicBezTo>
                      <a:pt x="275796" y="114037"/>
                      <a:pt x="294437" y="106589"/>
                      <a:pt x="311344" y="96064"/>
                    </a:cubicBezTo>
                    <a:cubicBezTo>
                      <a:pt x="316201" y="93397"/>
                      <a:pt x="316773" y="80824"/>
                      <a:pt x="317059" y="72727"/>
                    </a:cubicBezTo>
                    <a:cubicBezTo>
                      <a:pt x="319249" y="11767"/>
                      <a:pt x="331251" y="-44"/>
                      <a:pt x="392401" y="-139"/>
                    </a:cubicBezTo>
                    <a:cubicBezTo>
                      <a:pt x="410499" y="-139"/>
                      <a:pt x="428692" y="-139"/>
                      <a:pt x="446694" y="-139"/>
                    </a:cubicBezTo>
                    <a:cubicBezTo>
                      <a:pt x="482984" y="814"/>
                      <a:pt x="501748" y="20435"/>
                      <a:pt x="503177" y="57011"/>
                    </a:cubicBezTo>
                    <a:cubicBezTo>
                      <a:pt x="503177" y="70061"/>
                      <a:pt x="500701" y="89206"/>
                      <a:pt x="507749" y="95111"/>
                    </a:cubicBezTo>
                    <a:cubicBezTo>
                      <a:pt x="524450" y="106636"/>
                      <a:pt x="543305" y="114666"/>
                      <a:pt x="563185" y="118733"/>
                    </a:cubicBezTo>
                    <a:cubicBezTo>
                      <a:pt x="568995" y="120257"/>
                      <a:pt x="578806" y="110161"/>
                      <a:pt x="585378" y="103874"/>
                    </a:cubicBezTo>
                    <a:cubicBezTo>
                      <a:pt x="625573" y="65203"/>
                      <a:pt x="646338" y="65203"/>
                      <a:pt x="686248" y="105017"/>
                    </a:cubicBezTo>
                    <a:cubicBezTo>
                      <a:pt x="698440" y="117114"/>
                      <a:pt x="710632" y="129211"/>
                      <a:pt x="722538" y="141498"/>
                    </a:cubicBezTo>
                    <a:cubicBezTo>
                      <a:pt x="752637" y="172454"/>
                      <a:pt x="753113" y="197600"/>
                      <a:pt x="723109" y="227890"/>
                    </a:cubicBezTo>
                    <a:cubicBezTo>
                      <a:pt x="714541" y="235481"/>
                      <a:pt x="705366" y="242368"/>
                      <a:pt x="695677" y="248464"/>
                    </a:cubicBezTo>
                    <a:close/>
                    <a:moveTo>
                      <a:pt x="435645" y="69584"/>
                    </a:moveTo>
                    <a:cubicBezTo>
                      <a:pt x="388020" y="61678"/>
                      <a:pt x="387163" y="61678"/>
                      <a:pt x="385734" y="104541"/>
                    </a:cubicBezTo>
                    <a:cubicBezTo>
                      <a:pt x="386774" y="129258"/>
                      <a:pt x="370561" y="151404"/>
                      <a:pt x="346681" y="157881"/>
                    </a:cubicBezTo>
                    <a:cubicBezTo>
                      <a:pt x="333674" y="160805"/>
                      <a:pt x="321094" y="165387"/>
                      <a:pt x="309248" y="171502"/>
                    </a:cubicBezTo>
                    <a:cubicBezTo>
                      <a:pt x="263623" y="202077"/>
                      <a:pt x="224190" y="197600"/>
                      <a:pt x="189709" y="154166"/>
                    </a:cubicBezTo>
                    <a:cubicBezTo>
                      <a:pt x="188947" y="153214"/>
                      <a:pt x="186471" y="153595"/>
                      <a:pt x="182947" y="153119"/>
                    </a:cubicBezTo>
                    <a:lnTo>
                      <a:pt x="150466" y="187218"/>
                    </a:lnTo>
                    <a:cubicBezTo>
                      <a:pt x="203806" y="221222"/>
                      <a:pt x="202759" y="262751"/>
                      <a:pt x="172183" y="308376"/>
                    </a:cubicBezTo>
                    <a:cubicBezTo>
                      <a:pt x="170555" y="310729"/>
                      <a:pt x="169421" y="313386"/>
                      <a:pt x="168850" y="316186"/>
                    </a:cubicBezTo>
                    <a:cubicBezTo>
                      <a:pt x="160468" y="369145"/>
                      <a:pt x="129035" y="391148"/>
                      <a:pt x="76648" y="385624"/>
                    </a:cubicBezTo>
                    <a:cubicBezTo>
                      <a:pt x="75124" y="385624"/>
                      <a:pt x="73409" y="387243"/>
                      <a:pt x="70552" y="388862"/>
                    </a:cubicBezTo>
                    <a:lnTo>
                      <a:pt x="70552" y="433344"/>
                    </a:lnTo>
                    <a:cubicBezTo>
                      <a:pt x="79029" y="433915"/>
                      <a:pt x="85506" y="434582"/>
                      <a:pt x="91983" y="434773"/>
                    </a:cubicBezTo>
                    <a:cubicBezTo>
                      <a:pt x="139608" y="435916"/>
                      <a:pt x="149133" y="443536"/>
                      <a:pt x="164944" y="490113"/>
                    </a:cubicBezTo>
                    <a:cubicBezTo>
                      <a:pt x="169993" y="504467"/>
                      <a:pt x="176012" y="518478"/>
                      <a:pt x="182947" y="532023"/>
                    </a:cubicBezTo>
                    <a:cubicBezTo>
                      <a:pt x="201425" y="569551"/>
                      <a:pt x="199425" y="584125"/>
                      <a:pt x="170945" y="613557"/>
                    </a:cubicBezTo>
                    <a:cubicBezTo>
                      <a:pt x="165135" y="619653"/>
                      <a:pt x="159515" y="626035"/>
                      <a:pt x="151895" y="633941"/>
                    </a:cubicBezTo>
                    <a:lnTo>
                      <a:pt x="189995" y="670993"/>
                    </a:lnTo>
                    <a:cubicBezTo>
                      <a:pt x="198282" y="660896"/>
                      <a:pt x="204473" y="651943"/>
                      <a:pt x="211712" y="644894"/>
                    </a:cubicBezTo>
                    <a:cubicBezTo>
                      <a:pt x="228190" y="627559"/>
                      <a:pt x="248002" y="620415"/>
                      <a:pt x="271148" y="629559"/>
                    </a:cubicBezTo>
                    <a:cubicBezTo>
                      <a:pt x="281988" y="635503"/>
                      <a:pt x="293151" y="640846"/>
                      <a:pt x="304581" y="645561"/>
                    </a:cubicBezTo>
                    <a:cubicBezTo>
                      <a:pt x="357635" y="659849"/>
                      <a:pt x="402117" y="680327"/>
                      <a:pt x="384210" y="750336"/>
                    </a:cubicBezTo>
                    <a:lnTo>
                      <a:pt x="437740" y="750336"/>
                    </a:lnTo>
                    <a:cubicBezTo>
                      <a:pt x="421929" y="684518"/>
                      <a:pt x="463458" y="667849"/>
                      <a:pt x="512131" y="645561"/>
                    </a:cubicBezTo>
                    <a:cubicBezTo>
                      <a:pt x="560803" y="623273"/>
                      <a:pt x="597856" y="621082"/>
                      <a:pt x="632431" y="664135"/>
                    </a:cubicBezTo>
                    <a:cubicBezTo>
                      <a:pt x="633193" y="665182"/>
                      <a:pt x="635956" y="664135"/>
                      <a:pt x="640051" y="664897"/>
                    </a:cubicBezTo>
                    <a:cubicBezTo>
                      <a:pt x="649576" y="655372"/>
                      <a:pt x="659101" y="644418"/>
                      <a:pt x="669769" y="633464"/>
                    </a:cubicBezTo>
                    <a:cubicBezTo>
                      <a:pt x="663388" y="626511"/>
                      <a:pt x="659006" y="621558"/>
                      <a:pt x="654434" y="616796"/>
                    </a:cubicBezTo>
                    <a:cubicBezTo>
                      <a:pt x="622621" y="583934"/>
                      <a:pt x="620906" y="569171"/>
                      <a:pt x="641099" y="528023"/>
                    </a:cubicBezTo>
                    <a:cubicBezTo>
                      <a:pt x="649244" y="510849"/>
                      <a:pt x="656245" y="493161"/>
                      <a:pt x="662054" y="475064"/>
                    </a:cubicBezTo>
                    <a:cubicBezTo>
                      <a:pt x="668235" y="449984"/>
                      <a:pt x="691525" y="432953"/>
                      <a:pt x="717299" y="434677"/>
                    </a:cubicBezTo>
                    <a:lnTo>
                      <a:pt x="752732" y="434677"/>
                    </a:lnTo>
                    <a:lnTo>
                      <a:pt x="752732" y="382766"/>
                    </a:lnTo>
                    <a:cubicBezTo>
                      <a:pt x="686057" y="398482"/>
                      <a:pt x="661102" y="360573"/>
                      <a:pt x="649005" y="305995"/>
                    </a:cubicBezTo>
                    <a:cubicBezTo>
                      <a:pt x="648781" y="305080"/>
                      <a:pt x="648393" y="304204"/>
                      <a:pt x="647862" y="303423"/>
                    </a:cubicBezTo>
                    <a:cubicBezTo>
                      <a:pt x="616810" y="259513"/>
                      <a:pt x="624621" y="221889"/>
                      <a:pt x="665769" y="189123"/>
                    </a:cubicBezTo>
                    <a:cubicBezTo>
                      <a:pt x="667007" y="188266"/>
                      <a:pt x="666912" y="185789"/>
                      <a:pt x="668055" y="182265"/>
                    </a:cubicBezTo>
                    <a:cubicBezTo>
                      <a:pt x="658530" y="171978"/>
                      <a:pt x="648338" y="161024"/>
                      <a:pt x="639480" y="151404"/>
                    </a:cubicBezTo>
                    <a:cubicBezTo>
                      <a:pt x="636185" y="152185"/>
                      <a:pt x="632990" y="153328"/>
                      <a:pt x="629955" y="154833"/>
                    </a:cubicBezTo>
                    <a:cubicBezTo>
                      <a:pt x="625573" y="158548"/>
                      <a:pt x="621478" y="162548"/>
                      <a:pt x="617382" y="166549"/>
                    </a:cubicBezTo>
                    <a:cubicBezTo>
                      <a:pt x="585473" y="197410"/>
                      <a:pt x="571281" y="199219"/>
                      <a:pt x="531085" y="179789"/>
                    </a:cubicBezTo>
                    <a:cubicBezTo>
                      <a:pt x="513922" y="171654"/>
                      <a:pt x="496230" y="164682"/>
                      <a:pt x="478126" y="158929"/>
                    </a:cubicBezTo>
                    <a:cubicBezTo>
                      <a:pt x="452109" y="152471"/>
                      <a:pt x="434256" y="128563"/>
                      <a:pt x="435454" y="101779"/>
                    </a:cubicBezTo>
                    <a:cubicBezTo>
                      <a:pt x="435550" y="91968"/>
                      <a:pt x="435645" y="81586"/>
                      <a:pt x="435645" y="695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54E8125F-6776-4B9C-A88F-80AE80A8948D}"/>
                  </a:ext>
                </a:extLst>
              </p:cNvPr>
              <p:cNvSpPr/>
              <p:nvPr/>
            </p:nvSpPr>
            <p:spPr>
              <a:xfrm>
                <a:off x="4913691" y="2342990"/>
                <a:ext cx="93726" cy="93621"/>
              </a:xfrm>
              <a:custGeom>
                <a:avLst/>
                <a:gdLst>
                  <a:gd name="connsiteX0" fmla="*/ 176203 w 355396"/>
                  <a:gd name="connsiteY0" fmla="*/ 354858 h 354998"/>
                  <a:gd name="connsiteX1" fmla="*/ 162 w 355396"/>
                  <a:gd name="connsiteY1" fmla="*/ 179236 h 354998"/>
                  <a:gd name="connsiteX2" fmla="*/ 181 w 355396"/>
                  <a:gd name="connsiteY2" fmla="*/ 176359 h 354998"/>
                  <a:gd name="connsiteX3" fmla="*/ 176870 w 355396"/>
                  <a:gd name="connsiteY3" fmla="*/ -139 h 354998"/>
                  <a:gd name="connsiteX4" fmla="*/ 355559 w 355396"/>
                  <a:gd name="connsiteY4" fmla="*/ 177883 h 354998"/>
                  <a:gd name="connsiteX5" fmla="*/ 176203 w 355396"/>
                  <a:gd name="connsiteY5" fmla="*/ 354858 h 354998"/>
                  <a:gd name="connsiteX6" fmla="*/ 286979 w 355396"/>
                  <a:gd name="connsiteY6" fmla="*/ 179122 h 354998"/>
                  <a:gd name="connsiteX7" fmla="*/ 177445 w 355396"/>
                  <a:gd name="connsiteY7" fmla="*/ 67870 h 354998"/>
                  <a:gd name="connsiteX8" fmla="*/ 176870 w 355396"/>
                  <a:gd name="connsiteY8" fmla="*/ 67870 h 354998"/>
                  <a:gd name="connsiteX9" fmla="*/ 66951 w 355396"/>
                  <a:gd name="connsiteY9" fmla="*/ 176645 h 354998"/>
                  <a:gd name="connsiteX10" fmla="*/ 176870 w 355396"/>
                  <a:gd name="connsiteY10" fmla="*/ 288564 h 354998"/>
                  <a:gd name="connsiteX11" fmla="*/ 286979 w 355396"/>
                  <a:gd name="connsiteY11" fmla="*/ 179122 h 354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55396" h="354998">
                    <a:moveTo>
                      <a:pt x="176203" y="354858"/>
                    </a:moveTo>
                    <a:cubicBezTo>
                      <a:pt x="79096" y="354972"/>
                      <a:pt x="276" y="276343"/>
                      <a:pt x="162" y="179236"/>
                    </a:cubicBezTo>
                    <a:cubicBezTo>
                      <a:pt x="162" y="178274"/>
                      <a:pt x="162" y="177321"/>
                      <a:pt x="181" y="176359"/>
                    </a:cubicBezTo>
                    <a:cubicBezTo>
                      <a:pt x="905" y="79109"/>
                      <a:pt x="79619" y="480"/>
                      <a:pt x="176870" y="-139"/>
                    </a:cubicBezTo>
                    <a:cubicBezTo>
                      <a:pt x="274913" y="785"/>
                      <a:pt x="354269" y="79843"/>
                      <a:pt x="355559" y="177883"/>
                    </a:cubicBezTo>
                    <a:cubicBezTo>
                      <a:pt x="354668" y="276182"/>
                      <a:pt x="274506" y="355277"/>
                      <a:pt x="176203" y="354858"/>
                    </a:cubicBezTo>
                    <a:close/>
                    <a:moveTo>
                      <a:pt x="286979" y="179122"/>
                    </a:moveTo>
                    <a:cubicBezTo>
                      <a:pt x="287452" y="118152"/>
                      <a:pt x="238413" y="68346"/>
                      <a:pt x="177445" y="67870"/>
                    </a:cubicBezTo>
                    <a:cubicBezTo>
                      <a:pt x="177253" y="67870"/>
                      <a:pt x="177061" y="67870"/>
                      <a:pt x="176870" y="67870"/>
                    </a:cubicBezTo>
                    <a:cubicBezTo>
                      <a:pt x="116734" y="68174"/>
                      <a:pt x="67885" y="116514"/>
                      <a:pt x="66951" y="176645"/>
                    </a:cubicBezTo>
                    <a:cubicBezTo>
                      <a:pt x="67046" y="237643"/>
                      <a:pt x="115885" y="287373"/>
                      <a:pt x="176870" y="288564"/>
                    </a:cubicBezTo>
                    <a:cubicBezTo>
                      <a:pt x="237105" y="287802"/>
                      <a:pt x="285852" y="239348"/>
                      <a:pt x="286979" y="17912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8637547D-1B90-4B87-8F16-9692307467F2}"/>
              </a:ext>
            </a:extLst>
          </p:cNvPr>
          <p:cNvSpPr txBox="1"/>
          <p:nvPr/>
        </p:nvSpPr>
        <p:spPr>
          <a:xfrm>
            <a:off x="4414156" y="2015743"/>
            <a:ext cx="33577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姿态控制不够精准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3A45BA-0D35-445B-9ED9-991C998ABACE}"/>
              </a:ext>
            </a:extLst>
          </p:cNvPr>
          <p:cNvSpPr txBox="1"/>
          <p:nvPr/>
        </p:nvSpPr>
        <p:spPr>
          <a:xfrm>
            <a:off x="1046474" y="3010994"/>
            <a:ext cx="3190617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13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不同场景不同试件侧后实验数据采集存在一定困难</a:t>
            </a:r>
            <a:endParaRPr kumimoji="0" lang="zh-CN" altLang="en-US" sz="2000" b="0" i="0" u="none" strike="noStrike" kern="1200" cap="none" spc="130" normalizeH="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DC075F1-6E33-476F-BB7A-1A68E9A99214}"/>
              </a:ext>
            </a:extLst>
          </p:cNvPr>
          <p:cNvSpPr/>
          <p:nvPr/>
        </p:nvSpPr>
        <p:spPr>
          <a:xfrm>
            <a:off x="7908753" y="1628775"/>
            <a:ext cx="3408535" cy="4537075"/>
          </a:xfrm>
          <a:prstGeom prst="rect">
            <a:avLst/>
          </a:prstGeom>
          <a:solidFill>
            <a:srgbClr val="00398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73C3C5B-36D7-4BB0-AEC7-2725C679BEE6}"/>
              </a:ext>
            </a:extLst>
          </p:cNvPr>
          <p:cNvSpPr/>
          <p:nvPr/>
        </p:nvSpPr>
        <p:spPr>
          <a:xfrm>
            <a:off x="7908753" y="1628775"/>
            <a:ext cx="3408535" cy="47625"/>
          </a:xfrm>
          <a:prstGeom prst="rect">
            <a:avLst/>
          </a:prstGeom>
          <a:solidFill>
            <a:srgbClr val="D29D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/>
              <a:cs typeface="+mn-cs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8431C99-15DC-4C99-B4EB-0DDA0BD4A40B}"/>
              </a:ext>
            </a:extLst>
          </p:cNvPr>
          <p:cNvGrpSpPr/>
          <p:nvPr/>
        </p:nvGrpSpPr>
        <p:grpSpPr>
          <a:xfrm>
            <a:off x="9737875" y="4383523"/>
            <a:ext cx="1451476" cy="1450532"/>
            <a:chOff x="1275080" y="2101423"/>
            <a:chExt cx="609088" cy="608692"/>
          </a:xfrm>
          <a:gradFill>
            <a:gsLst>
              <a:gs pos="0">
                <a:srgbClr val="1D2A71">
                  <a:lumMod val="24000"/>
                  <a:lumOff val="76000"/>
                  <a:alpha val="27000"/>
                </a:srgbClr>
              </a:gs>
              <a:gs pos="100000">
                <a:srgbClr val="1D2A71">
                  <a:lumMod val="24000"/>
                  <a:lumOff val="76000"/>
                  <a:alpha val="0"/>
                </a:srgbClr>
              </a:gs>
              <a:gs pos="54000">
                <a:srgbClr val="1D2A71">
                  <a:lumMod val="24000"/>
                  <a:lumOff val="76000"/>
                  <a:alpha val="14000"/>
                </a:srgbClr>
              </a:gs>
            </a:gsLst>
            <a:lin ang="5400000" scaled="1"/>
          </a:gradFill>
        </p:grpSpPr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EE656472-061F-4BC8-B1F0-52971D57A070}"/>
                </a:ext>
              </a:extLst>
            </p:cNvPr>
            <p:cNvSpPr/>
            <p:nvPr/>
          </p:nvSpPr>
          <p:spPr>
            <a:xfrm>
              <a:off x="1275080" y="2101423"/>
              <a:ext cx="609088" cy="608692"/>
            </a:xfrm>
            <a:custGeom>
              <a:avLst/>
              <a:gdLst>
                <a:gd name="connsiteX0" fmla="*/ 1178342 w 2286911"/>
                <a:gd name="connsiteY0" fmla="*/ 1959749 h 2285422"/>
                <a:gd name="connsiteX1" fmla="*/ 1178342 w 2286911"/>
                <a:gd name="connsiteY1" fmla="*/ 2063572 h 2285422"/>
                <a:gd name="connsiteX2" fmla="*/ 1106429 w 2286911"/>
                <a:gd name="connsiteY2" fmla="*/ 2135962 h 2285422"/>
                <a:gd name="connsiteX3" fmla="*/ 186409 w 2286911"/>
                <a:gd name="connsiteY3" fmla="*/ 2135962 h 2285422"/>
                <a:gd name="connsiteX4" fmla="*/ 66394 w 2286911"/>
                <a:gd name="connsiteY4" fmla="*/ 2135962 h 2285422"/>
                <a:gd name="connsiteX5" fmla="*/ 481 w 2286911"/>
                <a:gd name="connsiteY5" fmla="*/ 2069287 h 2285422"/>
                <a:gd name="connsiteX6" fmla="*/ 481 w 2286911"/>
                <a:gd name="connsiteY6" fmla="*/ 420319 h 2285422"/>
                <a:gd name="connsiteX7" fmla="*/ 66584 w 2286911"/>
                <a:gd name="connsiteY7" fmla="*/ 353644 h 2285422"/>
                <a:gd name="connsiteX8" fmla="*/ 176884 w 2286911"/>
                <a:gd name="connsiteY8" fmla="*/ 353644 h 2285422"/>
                <a:gd name="connsiteX9" fmla="*/ 176884 w 2286911"/>
                <a:gd name="connsiteY9" fmla="*/ 247154 h 2285422"/>
                <a:gd name="connsiteX10" fmla="*/ 247559 w 2286911"/>
                <a:gd name="connsiteY10" fmla="*/ 176384 h 2285422"/>
                <a:gd name="connsiteX11" fmla="*/ 353668 w 2286911"/>
                <a:gd name="connsiteY11" fmla="*/ 176384 h 2285422"/>
                <a:gd name="connsiteX12" fmla="*/ 353668 w 2286911"/>
                <a:gd name="connsiteY12" fmla="*/ 68656 h 2285422"/>
                <a:gd name="connsiteX13" fmla="*/ 422534 w 2286911"/>
                <a:gd name="connsiteY13" fmla="*/ -305 h 2285422"/>
                <a:gd name="connsiteX14" fmla="*/ 1639638 w 2286911"/>
                <a:gd name="connsiteY14" fmla="*/ -305 h 2285422"/>
                <a:gd name="connsiteX15" fmla="*/ 1709647 w 2286911"/>
                <a:gd name="connsiteY15" fmla="*/ 70846 h 2285422"/>
                <a:gd name="connsiteX16" fmla="*/ 1709647 w 2286911"/>
                <a:gd name="connsiteY16" fmla="*/ 1236040 h 2285422"/>
                <a:gd name="connsiteX17" fmla="*/ 1819565 w 2286911"/>
                <a:gd name="connsiteY17" fmla="*/ 1269473 h 2285422"/>
                <a:gd name="connsiteX18" fmla="*/ 2064167 w 2286911"/>
                <a:gd name="connsiteY18" fmla="*/ 1515503 h 2285422"/>
                <a:gd name="connsiteX19" fmla="*/ 2050928 w 2286911"/>
                <a:gd name="connsiteY19" fmla="*/ 1569510 h 2285422"/>
                <a:gd name="connsiteX20" fmla="*/ 2001398 w 2286911"/>
                <a:gd name="connsiteY20" fmla="*/ 1540935 h 2285422"/>
                <a:gd name="connsiteX21" fmla="*/ 1683834 w 2286911"/>
                <a:gd name="connsiteY21" fmla="*/ 1305382 h 2285422"/>
                <a:gd name="connsiteX22" fmla="*/ 1315407 w 2286911"/>
                <a:gd name="connsiteY22" fmla="*/ 1533410 h 2285422"/>
                <a:gd name="connsiteX23" fmla="*/ 1517442 w 2286911"/>
                <a:gd name="connsiteY23" fmla="*/ 2019519 h 2285422"/>
                <a:gd name="connsiteX24" fmla="*/ 1702503 w 2286911"/>
                <a:gd name="connsiteY24" fmla="*/ 2045189 h 2285422"/>
                <a:gd name="connsiteX25" fmla="*/ 2023781 w 2286911"/>
                <a:gd name="connsiteY25" fmla="*/ 1727339 h 2285422"/>
                <a:gd name="connsiteX26" fmla="*/ 2027115 w 2286911"/>
                <a:gd name="connsiteY26" fmla="*/ 1696097 h 2285422"/>
                <a:gd name="connsiteX27" fmla="*/ 2063120 w 2286911"/>
                <a:gd name="connsiteY27" fmla="*/ 1657997 h 2285422"/>
                <a:gd name="connsiteX28" fmla="*/ 2092552 w 2286911"/>
                <a:gd name="connsiteY28" fmla="*/ 1701146 h 2285422"/>
                <a:gd name="connsiteX29" fmla="*/ 2054452 w 2286911"/>
                <a:gd name="connsiteY29" fmla="*/ 1855070 h 2285422"/>
                <a:gd name="connsiteX30" fmla="*/ 2067977 w 2286911"/>
                <a:gd name="connsiteY30" fmla="*/ 1911648 h 2285422"/>
                <a:gd name="connsiteX31" fmla="*/ 2247238 w 2286911"/>
                <a:gd name="connsiteY31" fmla="*/ 2071001 h 2285422"/>
                <a:gd name="connsiteX32" fmla="*/ 2275813 w 2286911"/>
                <a:gd name="connsiteY32" fmla="*/ 2215305 h 2285422"/>
                <a:gd name="connsiteX33" fmla="*/ 2155417 w 2286911"/>
                <a:gd name="connsiteY33" fmla="*/ 2284266 h 2285422"/>
                <a:gd name="connsiteX34" fmla="*/ 2074264 w 2286911"/>
                <a:gd name="connsiteY34" fmla="*/ 2248071 h 2285422"/>
                <a:gd name="connsiteX35" fmla="*/ 1882145 w 2286911"/>
                <a:gd name="connsiteY35" fmla="*/ 2077383 h 2285422"/>
                <a:gd name="connsiteX36" fmla="*/ 1844997 w 2286911"/>
                <a:gd name="connsiteY36" fmla="*/ 2071097 h 2285422"/>
                <a:gd name="connsiteX37" fmla="*/ 1337124 w 2286911"/>
                <a:gd name="connsiteY37" fmla="*/ 1973941 h 2285422"/>
                <a:gd name="connsiteX38" fmla="*/ 1313883 w 2286911"/>
                <a:gd name="connsiteY38" fmla="*/ 1960321 h 2285422"/>
                <a:gd name="connsiteX39" fmla="*/ 1178342 w 2286911"/>
                <a:gd name="connsiteY39" fmla="*/ 1959749 h 2285422"/>
                <a:gd name="connsiteX40" fmla="*/ 422057 w 2286911"/>
                <a:gd name="connsiteY40" fmla="*/ 68942 h 2285422"/>
                <a:gd name="connsiteX41" fmla="*/ 422057 w 2286911"/>
                <a:gd name="connsiteY41" fmla="*/ 1713909 h 2285422"/>
                <a:gd name="connsiteX42" fmla="*/ 607128 w 2286911"/>
                <a:gd name="connsiteY42" fmla="*/ 1712957 h 2285422"/>
                <a:gd name="connsiteX43" fmla="*/ 674756 w 2286911"/>
                <a:gd name="connsiteY43" fmla="*/ 1692002 h 2285422"/>
                <a:gd name="connsiteX44" fmla="*/ 764576 w 2286911"/>
                <a:gd name="connsiteY44" fmla="*/ 1522266 h 2285422"/>
                <a:gd name="connsiteX45" fmla="*/ 855159 w 2286911"/>
                <a:gd name="connsiteY45" fmla="*/ 1432636 h 2285422"/>
                <a:gd name="connsiteX46" fmla="*/ 1012322 w 2286911"/>
                <a:gd name="connsiteY46" fmla="*/ 1433303 h 2285422"/>
                <a:gd name="connsiteX47" fmla="*/ 1046231 w 2286911"/>
                <a:gd name="connsiteY47" fmla="*/ 1467307 h 2285422"/>
                <a:gd name="connsiteX48" fmla="*/ 1012512 w 2286911"/>
                <a:gd name="connsiteY48" fmla="*/ 1498930 h 2285422"/>
                <a:gd name="connsiteX49" fmla="*/ 958220 w 2286911"/>
                <a:gd name="connsiteY49" fmla="*/ 1498930 h 2285422"/>
                <a:gd name="connsiteX50" fmla="*/ 829823 w 2286911"/>
                <a:gd name="connsiteY50" fmla="*/ 1498930 h 2285422"/>
                <a:gd name="connsiteX51" fmla="*/ 759814 w 2286911"/>
                <a:gd name="connsiteY51" fmla="*/ 1712671 h 2285422"/>
                <a:gd name="connsiteX52" fmla="*/ 1212632 w 2286911"/>
                <a:gd name="connsiteY52" fmla="*/ 1712671 h 2285422"/>
                <a:gd name="connsiteX53" fmla="*/ 1247875 w 2286911"/>
                <a:gd name="connsiteY53" fmla="*/ 1498930 h 2285422"/>
                <a:gd name="connsiteX54" fmla="*/ 1165103 w 2286911"/>
                <a:gd name="connsiteY54" fmla="*/ 1498930 h 2285422"/>
                <a:gd name="connsiteX55" fmla="*/ 1126336 w 2286911"/>
                <a:gd name="connsiteY55" fmla="*/ 1466926 h 2285422"/>
                <a:gd name="connsiteX56" fmla="*/ 1165484 w 2286911"/>
                <a:gd name="connsiteY56" fmla="*/ 1432541 h 2285422"/>
                <a:gd name="connsiteX57" fmla="*/ 1265496 w 2286911"/>
                <a:gd name="connsiteY57" fmla="*/ 1432541 h 2285422"/>
                <a:gd name="connsiteX58" fmla="*/ 1310454 w 2286911"/>
                <a:gd name="connsiteY58" fmla="*/ 1409967 h 2285422"/>
                <a:gd name="connsiteX59" fmla="*/ 1612587 w 2286911"/>
                <a:gd name="connsiteY59" fmla="*/ 1240231 h 2285422"/>
                <a:gd name="connsiteX60" fmla="*/ 1643639 w 2286911"/>
                <a:gd name="connsiteY60" fmla="*/ 1205941 h 2285422"/>
                <a:gd name="connsiteX61" fmla="*/ 1643067 w 2286911"/>
                <a:gd name="connsiteY61" fmla="*/ 100088 h 2285422"/>
                <a:gd name="connsiteX62" fmla="*/ 1641448 w 2286911"/>
                <a:gd name="connsiteY62" fmla="*/ 68751 h 2285422"/>
                <a:gd name="connsiteX63" fmla="*/ 1111001 w 2286911"/>
                <a:gd name="connsiteY63" fmla="*/ 1959654 h 2285422"/>
                <a:gd name="connsiteX64" fmla="*/ 251846 w 2286911"/>
                <a:gd name="connsiteY64" fmla="*/ 1959654 h 2285422"/>
                <a:gd name="connsiteX65" fmla="*/ 176789 w 2286911"/>
                <a:gd name="connsiteY65" fmla="*/ 1884121 h 2285422"/>
                <a:gd name="connsiteX66" fmla="*/ 176789 w 2286911"/>
                <a:gd name="connsiteY66" fmla="*/ 1512646 h 2285422"/>
                <a:gd name="connsiteX67" fmla="*/ 176789 w 2286911"/>
                <a:gd name="connsiteY67" fmla="*/ 1435493 h 2285422"/>
                <a:gd name="connsiteX68" fmla="*/ 210602 w 2286911"/>
                <a:gd name="connsiteY68" fmla="*/ 1401108 h 2285422"/>
                <a:gd name="connsiteX69" fmla="*/ 242702 w 2286911"/>
                <a:gd name="connsiteY69" fmla="*/ 1434255 h 2285422"/>
                <a:gd name="connsiteX70" fmla="*/ 243368 w 2286911"/>
                <a:gd name="connsiteY70" fmla="*/ 1462830 h 2285422"/>
                <a:gd name="connsiteX71" fmla="*/ 243368 w 2286911"/>
                <a:gd name="connsiteY71" fmla="*/ 1857165 h 2285422"/>
                <a:gd name="connsiteX72" fmla="*/ 245369 w 2286911"/>
                <a:gd name="connsiteY72" fmla="*/ 1890312 h 2285422"/>
                <a:gd name="connsiteX73" fmla="*/ 1273021 w 2286911"/>
                <a:gd name="connsiteY73" fmla="*/ 1890312 h 2285422"/>
                <a:gd name="connsiteX74" fmla="*/ 1241874 w 2286911"/>
                <a:gd name="connsiteY74" fmla="*/ 1812398 h 2285422"/>
                <a:gd name="connsiteX75" fmla="*/ 1200726 w 2286911"/>
                <a:gd name="connsiteY75" fmla="*/ 1782203 h 2285422"/>
                <a:gd name="connsiteX76" fmla="*/ 412056 w 2286911"/>
                <a:gd name="connsiteY76" fmla="*/ 1782775 h 2285422"/>
                <a:gd name="connsiteX77" fmla="*/ 353287 w 2286911"/>
                <a:gd name="connsiteY77" fmla="*/ 1723720 h 2285422"/>
                <a:gd name="connsiteX78" fmla="*/ 353287 w 2286911"/>
                <a:gd name="connsiteY78" fmla="*/ 244202 h 2285422"/>
                <a:gd name="connsiteX79" fmla="*/ 281659 w 2286911"/>
                <a:gd name="connsiteY79" fmla="*/ 244202 h 2285422"/>
                <a:gd name="connsiteX80" fmla="*/ 243559 w 2286911"/>
                <a:gd name="connsiteY80" fmla="*/ 283063 h 2285422"/>
                <a:gd name="connsiteX81" fmla="*/ 243559 w 2286911"/>
                <a:gd name="connsiteY81" fmla="*/ 1263091 h 2285422"/>
                <a:gd name="connsiteX82" fmla="*/ 240701 w 2286911"/>
                <a:gd name="connsiteY82" fmla="*/ 1299476 h 2285422"/>
                <a:gd name="connsiteX83" fmla="*/ 208888 w 2286911"/>
                <a:gd name="connsiteY83" fmla="*/ 1324051 h 2285422"/>
                <a:gd name="connsiteX84" fmla="*/ 178217 w 2286911"/>
                <a:gd name="connsiteY84" fmla="*/ 1297476 h 2285422"/>
                <a:gd name="connsiteX85" fmla="*/ 176693 w 2286911"/>
                <a:gd name="connsiteY85" fmla="*/ 1266615 h 2285422"/>
                <a:gd name="connsiteX86" fmla="*/ 176693 w 2286911"/>
                <a:gd name="connsiteY86" fmla="*/ 460514 h 2285422"/>
                <a:gd name="connsiteX87" fmla="*/ 176027 w 2286911"/>
                <a:gd name="connsiteY87" fmla="*/ 437845 h 2285422"/>
                <a:gd name="connsiteX88" fmla="*/ 162215 w 2286911"/>
                <a:gd name="connsiteY88" fmla="*/ 421652 h 2285422"/>
                <a:gd name="connsiteX89" fmla="*/ 70109 w 2286911"/>
                <a:gd name="connsiteY89" fmla="*/ 420890 h 2285422"/>
                <a:gd name="connsiteX90" fmla="*/ 70109 w 2286911"/>
                <a:gd name="connsiteY90" fmla="*/ 2068715 h 2285422"/>
                <a:gd name="connsiteX91" fmla="*/ 1076806 w 2286911"/>
                <a:gd name="connsiteY91" fmla="*/ 2068715 h 2285422"/>
                <a:gd name="connsiteX92" fmla="*/ 1093665 w 2286911"/>
                <a:gd name="connsiteY92" fmla="*/ 2068144 h 2285422"/>
                <a:gd name="connsiteX93" fmla="*/ 1110143 w 2286911"/>
                <a:gd name="connsiteY93" fmla="*/ 2051475 h 2285422"/>
                <a:gd name="connsiteX94" fmla="*/ 1111001 w 2286911"/>
                <a:gd name="connsiteY94" fmla="*/ 1959654 h 2285422"/>
                <a:gd name="connsiteX95" fmla="*/ 1926817 w 2286911"/>
                <a:gd name="connsiteY95" fmla="*/ 2027091 h 2285422"/>
                <a:gd name="connsiteX96" fmla="*/ 2020257 w 2286911"/>
                <a:gd name="connsiteY96" fmla="*/ 2111578 h 2285422"/>
                <a:gd name="connsiteX97" fmla="*/ 2122556 w 2286911"/>
                <a:gd name="connsiteY97" fmla="*/ 2202827 h 2285422"/>
                <a:gd name="connsiteX98" fmla="*/ 2205328 w 2286911"/>
                <a:gd name="connsiteY98" fmla="*/ 2200256 h 2285422"/>
                <a:gd name="connsiteX99" fmla="*/ 2200566 w 2286911"/>
                <a:gd name="connsiteY99" fmla="*/ 2119769 h 2285422"/>
                <a:gd name="connsiteX100" fmla="*/ 2166752 w 2286911"/>
                <a:gd name="connsiteY100" fmla="*/ 2089099 h 2285422"/>
                <a:gd name="connsiteX101" fmla="*/ 2008256 w 2286911"/>
                <a:gd name="connsiteY101" fmla="*/ 1948224 h 228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2286911" h="2285422">
                  <a:moveTo>
                    <a:pt x="1178342" y="1959749"/>
                  </a:moveTo>
                  <a:cubicBezTo>
                    <a:pt x="1178342" y="1997182"/>
                    <a:pt x="1178342" y="2030425"/>
                    <a:pt x="1178342" y="2063572"/>
                  </a:cubicBezTo>
                  <a:cubicBezTo>
                    <a:pt x="1178342" y="2117388"/>
                    <a:pt x="1160245" y="2135962"/>
                    <a:pt x="1106429" y="2135962"/>
                  </a:cubicBezTo>
                  <a:lnTo>
                    <a:pt x="186409" y="2135962"/>
                  </a:lnTo>
                  <a:cubicBezTo>
                    <a:pt x="146404" y="2135962"/>
                    <a:pt x="106399" y="2135962"/>
                    <a:pt x="66394" y="2135962"/>
                  </a:cubicBezTo>
                  <a:cubicBezTo>
                    <a:pt x="20579" y="2135295"/>
                    <a:pt x="481" y="2114721"/>
                    <a:pt x="481" y="2069287"/>
                  </a:cubicBezTo>
                  <a:lnTo>
                    <a:pt x="481" y="420319"/>
                  </a:lnTo>
                  <a:cubicBezTo>
                    <a:pt x="481" y="374599"/>
                    <a:pt x="20864" y="354120"/>
                    <a:pt x="66584" y="353644"/>
                  </a:cubicBezTo>
                  <a:cubicBezTo>
                    <a:pt x="101732" y="353644"/>
                    <a:pt x="136784" y="353644"/>
                    <a:pt x="176884" y="353644"/>
                  </a:cubicBezTo>
                  <a:cubicBezTo>
                    <a:pt x="176884" y="316782"/>
                    <a:pt x="176884" y="281920"/>
                    <a:pt x="176884" y="247154"/>
                  </a:cubicBezTo>
                  <a:cubicBezTo>
                    <a:pt x="176884" y="195815"/>
                    <a:pt x="195934" y="176669"/>
                    <a:pt x="247559" y="176384"/>
                  </a:cubicBezTo>
                  <a:lnTo>
                    <a:pt x="353668" y="176384"/>
                  </a:lnTo>
                  <a:cubicBezTo>
                    <a:pt x="353668" y="138284"/>
                    <a:pt x="353668" y="103612"/>
                    <a:pt x="353668" y="68656"/>
                  </a:cubicBezTo>
                  <a:cubicBezTo>
                    <a:pt x="353668" y="18364"/>
                    <a:pt x="372718" y="-305"/>
                    <a:pt x="422534" y="-305"/>
                  </a:cubicBezTo>
                  <a:lnTo>
                    <a:pt x="1639638" y="-305"/>
                  </a:lnTo>
                  <a:cubicBezTo>
                    <a:pt x="1690788" y="-305"/>
                    <a:pt x="1709552" y="18745"/>
                    <a:pt x="1709647" y="70846"/>
                  </a:cubicBezTo>
                  <a:lnTo>
                    <a:pt x="1709647" y="1236040"/>
                  </a:lnTo>
                  <a:cubicBezTo>
                    <a:pt x="1747747" y="1247375"/>
                    <a:pt x="1784799" y="1255090"/>
                    <a:pt x="1819565" y="1269473"/>
                  </a:cubicBezTo>
                  <a:cubicBezTo>
                    <a:pt x="1935580" y="1316621"/>
                    <a:pt x="2016638" y="1399584"/>
                    <a:pt x="2064167" y="1515503"/>
                  </a:cubicBezTo>
                  <a:cubicBezTo>
                    <a:pt x="2073121" y="1537411"/>
                    <a:pt x="2074550" y="1557032"/>
                    <a:pt x="2050928" y="1569510"/>
                  </a:cubicBezTo>
                  <a:cubicBezTo>
                    <a:pt x="2031878" y="1579892"/>
                    <a:pt x="2013494" y="1569034"/>
                    <a:pt x="2001398" y="1540935"/>
                  </a:cubicBezTo>
                  <a:cubicBezTo>
                    <a:pt x="1941771" y="1400060"/>
                    <a:pt x="1834806" y="1323289"/>
                    <a:pt x="1683834" y="1305382"/>
                  </a:cubicBezTo>
                  <a:cubicBezTo>
                    <a:pt x="1536959" y="1287951"/>
                    <a:pt x="1374557" y="1388345"/>
                    <a:pt x="1315407" y="1533410"/>
                  </a:cubicBezTo>
                  <a:cubicBezTo>
                    <a:pt x="1236959" y="1723434"/>
                    <a:pt x="1327418" y="1941071"/>
                    <a:pt x="1517442" y="2019519"/>
                  </a:cubicBezTo>
                  <a:cubicBezTo>
                    <a:pt x="1575945" y="2043664"/>
                    <a:pt x="1639638" y="2052504"/>
                    <a:pt x="1702503" y="2045189"/>
                  </a:cubicBezTo>
                  <a:cubicBezTo>
                    <a:pt x="1864428" y="2027567"/>
                    <a:pt x="2003589" y="1889455"/>
                    <a:pt x="2023781" y="1727339"/>
                  </a:cubicBezTo>
                  <a:cubicBezTo>
                    <a:pt x="2025020" y="1716957"/>
                    <a:pt x="2026734" y="1706575"/>
                    <a:pt x="2027115" y="1696097"/>
                  </a:cubicBezTo>
                  <a:cubicBezTo>
                    <a:pt x="2027877" y="1672475"/>
                    <a:pt x="2038069" y="1656473"/>
                    <a:pt x="2063120" y="1657997"/>
                  </a:cubicBezTo>
                  <a:cubicBezTo>
                    <a:pt x="2088171" y="1659521"/>
                    <a:pt x="2097315" y="1679143"/>
                    <a:pt x="2092552" y="1701146"/>
                  </a:cubicBezTo>
                  <a:cubicBezTo>
                    <a:pt x="2082894" y="1753162"/>
                    <a:pt x="2070178" y="1804558"/>
                    <a:pt x="2054452" y="1855070"/>
                  </a:cubicBezTo>
                  <a:cubicBezTo>
                    <a:pt x="2045689" y="1880787"/>
                    <a:pt x="2046641" y="1893741"/>
                    <a:pt x="2067977" y="1911648"/>
                  </a:cubicBezTo>
                  <a:cubicBezTo>
                    <a:pt x="2129128" y="1963083"/>
                    <a:pt x="2188564" y="2016423"/>
                    <a:pt x="2247238" y="2071001"/>
                  </a:cubicBezTo>
                  <a:cubicBezTo>
                    <a:pt x="2287062" y="2107806"/>
                    <a:pt x="2298606" y="2166099"/>
                    <a:pt x="2275813" y="2215305"/>
                  </a:cubicBezTo>
                  <a:cubicBezTo>
                    <a:pt x="2255363" y="2262406"/>
                    <a:pt x="2206385" y="2290458"/>
                    <a:pt x="2155417" y="2284266"/>
                  </a:cubicBezTo>
                  <a:cubicBezTo>
                    <a:pt x="2125718" y="2279332"/>
                    <a:pt x="2097781" y="2266874"/>
                    <a:pt x="2074264" y="2248071"/>
                  </a:cubicBezTo>
                  <a:cubicBezTo>
                    <a:pt x="2008256" y="2193588"/>
                    <a:pt x="1945581" y="2134914"/>
                    <a:pt x="1882145" y="2077383"/>
                  </a:cubicBezTo>
                  <a:cubicBezTo>
                    <a:pt x="1872962" y="2066486"/>
                    <a:pt x="1857256" y="2063829"/>
                    <a:pt x="1844997" y="2071097"/>
                  </a:cubicBezTo>
                  <a:cubicBezTo>
                    <a:pt x="1660974" y="2152726"/>
                    <a:pt x="1479523" y="2117483"/>
                    <a:pt x="1337124" y="1973941"/>
                  </a:cubicBezTo>
                  <a:cubicBezTo>
                    <a:pt x="1331114" y="1966931"/>
                    <a:pt x="1322932" y="1962140"/>
                    <a:pt x="1313883" y="1960321"/>
                  </a:cubicBezTo>
                  <a:cubicBezTo>
                    <a:pt x="1269878" y="1958702"/>
                    <a:pt x="1226253" y="1959749"/>
                    <a:pt x="1178342" y="1959749"/>
                  </a:cubicBezTo>
                  <a:close/>
                  <a:moveTo>
                    <a:pt x="422057" y="68942"/>
                  </a:moveTo>
                  <a:lnTo>
                    <a:pt x="422057" y="1713909"/>
                  </a:lnTo>
                  <a:cubicBezTo>
                    <a:pt x="485399" y="1713909"/>
                    <a:pt x="545882" y="1715814"/>
                    <a:pt x="607128" y="1712957"/>
                  </a:cubicBezTo>
                  <a:cubicBezTo>
                    <a:pt x="630950" y="1711118"/>
                    <a:pt x="654067" y="1703956"/>
                    <a:pt x="674756" y="1692002"/>
                  </a:cubicBezTo>
                  <a:cubicBezTo>
                    <a:pt x="740192" y="1655045"/>
                    <a:pt x="765434" y="1595513"/>
                    <a:pt x="764576" y="1522266"/>
                  </a:cubicBezTo>
                  <a:cubicBezTo>
                    <a:pt x="763529" y="1430064"/>
                    <a:pt x="758004" y="1431874"/>
                    <a:pt x="855159" y="1432636"/>
                  </a:cubicBezTo>
                  <a:cubicBezTo>
                    <a:pt x="907547" y="1432636"/>
                    <a:pt x="959934" y="1432636"/>
                    <a:pt x="1012322" y="1433303"/>
                  </a:cubicBezTo>
                  <a:cubicBezTo>
                    <a:pt x="1033372" y="1433303"/>
                    <a:pt x="1047088" y="1445399"/>
                    <a:pt x="1046231" y="1467307"/>
                  </a:cubicBezTo>
                  <a:cubicBezTo>
                    <a:pt x="1045373" y="1487214"/>
                    <a:pt x="1032324" y="1498073"/>
                    <a:pt x="1012512" y="1498930"/>
                  </a:cubicBezTo>
                  <a:cubicBezTo>
                    <a:pt x="994415" y="1499692"/>
                    <a:pt x="976317" y="1498930"/>
                    <a:pt x="958220" y="1498930"/>
                  </a:cubicBezTo>
                  <a:lnTo>
                    <a:pt x="829823" y="1498930"/>
                  </a:lnTo>
                  <a:cubicBezTo>
                    <a:pt x="837157" y="1581130"/>
                    <a:pt x="817345" y="1651330"/>
                    <a:pt x="759814" y="1712671"/>
                  </a:cubicBezTo>
                  <a:lnTo>
                    <a:pt x="1212632" y="1712671"/>
                  </a:lnTo>
                  <a:lnTo>
                    <a:pt x="1247875" y="1498930"/>
                  </a:lnTo>
                  <a:lnTo>
                    <a:pt x="1165103" y="1498930"/>
                  </a:lnTo>
                  <a:cubicBezTo>
                    <a:pt x="1143290" y="1498930"/>
                    <a:pt x="1127003" y="1490929"/>
                    <a:pt x="1126336" y="1466926"/>
                  </a:cubicBezTo>
                  <a:cubicBezTo>
                    <a:pt x="1125479" y="1440827"/>
                    <a:pt x="1142528" y="1432636"/>
                    <a:pt x="1165484" y="1432541"/>
                  </a:cubicBezTo>
                  <a:cubicBezTo>
                    <a:pt x="1198821" y="1432541"/>
                    <a:pt x="1232159" y="1431302"/>
                    <a:pt x="1265496" y="1432541"/>
                  </a:cubicBezTo>
                  <a:cubicBezTo>
                    <a:pt x="1283527" y="1434007"/>
                    <a:pt x="1300863" y="1425302"/>
                    <a:pt x="1310454" y="1409967"/>
                  </a:cubicBezTo>
                  <a:cubicBezTo>
                    <a:pt x="1382435" y="1312983"/>
                    <a:pt x="1492315" y="1251261"/>
                    <a:pt x="1612587" y="1240231"/>
                  </a:cubicBezTo>
                  <a:cubicBezTo>
                    <a:pt x="1637828" y="1237564"/>
                    <a:pt x="1643639" y="1229753"/>
                    <a:pt x="1643639" y="1205941"/>
                  </a:cubicBezTo>
                  <a:cubicBezTo>
                    <a:pt x="1642877" y="837638"/>
                    <a:pt x="1642686" y="469020"/>
                    <a:pt x="1643067" y="100088"/>
                  </a:cubicBezTo>
                  <a:cubicBezTo>
                    <a:pt x="1643067" y="89992"/>
                    <a:pt x="1642019" y="79895"/>
                    <a:pt x="1641448" y="68751"/>
                  </a:cubicBezTo>
                  <a:close/>
                  <a:moveTo>
                    <a:pt x="1111001" y="1959654"/>
                  </a:moveTo>
                  <a:lnTo>
                    <a:pt x="251846" y="1959654"/>
                  </a:lnTo>
                  <a:cubicBezTo>
                    <a:pt x="195267" y="1959654"/>
                    <a:pt x="176789" y="1940604"/>
                    <a:pt x="176789" y="1884121"/>
                  </a:cubicBezTo>
                  <a:cubicBezTo>
                    <a:pt x="176789" y="1760296"/>
                    <a:pt x="176789" y="1636471"/>
                    <a:pt x="176789" y="1512646"/>
                  </a:cubicBezTo>
                  <a:cubicBezTo>
                    <a:pt x="176789" y="1486928"/>
                    <a:pt x="176789" y="1461211"/>
                    <a:pt x="176789" y="1435493"/>
                  </a:cubicBezTo>
                  <a:cubicBezTo>
                    <a:pt x="177360" y="1414062"/>
                    <a:pt x="189171" y="1401108"/>
                    <a:pt x="210602" y="1401108"/>
                  </a:cubicBezTo>
                  <a:cubicBezTo>
                    <a:pt x="232034" y="1401108"/>
                    <a:pt x="240987" y="1414824"/>
                    <a:pt x="242702" y="1434255"/>
                  </a:cubicBezTo>
                  <a:cubicBezTo>
                    <a:pt x="243559" y="1443780"/>
                    <a:pt x="243368" y="1453305"/>
                    <a:pt x="243368" y="1462830"/>
                  </a:cubicBezTo>
                  <a:cubicBezTo>
                    <a:pt x="243368" y="1594275"/>
                    <a:pt x="243368" y="1725720"/>
                    <a:pt x="243368" y="1857165"/>
                  </a:cubicBezTo>
                  <a:cubicBezTo>
                    <a:pt x="243368" y="1868024"/>
                    <a:pt x="244702" y="1878977"/>
                    <a:pt x="245369" y="1890312"/>
                  </a:cubicBezTo>
                  <a:lnTo>
                    <a:pt x="1273021" y="1890312"/>
                  </a:lnTo>
                  <a:cubicBezTo>
                    <a:pt x="1261781" y="1863071"/>
                    <a:pt x="1248542" y="1838592"/>
                    <a:pt x="1241874" y="1812398"/>
                  </a:cubicBezTo>
                  <a:cubicBezTo>
                    <a:pt x="1235683" y="1788395"/>
                    <a:pt x="1224634" y="1782108"/>
                    <a:pt x="1200726" y="1782203"/>
                  </a:cubicBezTo>
                  <a:cubicBezTo>
                    <a:pt x="937836" y="1783061"/>
                    <a:pt x="674946" y="1782775"/>
                    <a:pt x="412056" y="1782775"/>
                  </a:cubicBezTo>
                  <a:cubicBezTo>
                    <a:pt x="359288" y="1782775"/>
                    <a:pt x="353287" y="1776679"/>
                    <a:pt x="353287" y="1723720"/>
                  </a:cubicBezTo>
                  <a:lnTo>
                    <a:pt x="353287" y="244202"/>
                  </a:lnTo>
                  <a:lnTo>
                    <a:pt x="281659" y="244202"/>
                  </a:lnTo>
                  <a:cubicBezTo>
                    <a:pt x="243559" y="244202"/>
                    <a:pt x="243559" y="244202"/>
                    <a:pt x="243559" y="283063"/>
                  </a:cubicBezTo>
                  <a:cubicBezTo>
                    <a:pt x="243559" y="609647"/>
                    <a:pt x="243559" y="936317"/>
                    <a:pt x="243559" y="1263091"/>
                  </a:cubicBezTo>
                  <a:cubicBezTo>
                    <a:pt x="243559" y="1275378"/>
                    <a:pt x="246321" y="1290047"/>
                    <a:pt x="240701" y="1299476"/>
                  </a:cubicBezTo>
                  <a:cubicBezTo>
                    <a:pt x="234034" y="1310716"/>
                    <a:pt x="219556" y="1324432"/>
                    <a:pt x="208888" y="1324051"/>
                  </a:cubicBezTo>
                  <a:cubicBezTo>
                    <a:pt x="198220" y="1323670"/>
                    <a:pt x="185361" y="1308906"/>
                    <a:pt x="178217" y="1297476"/>
                  </a:cubicBezTo>
                  <a:cubicBezTo>
                    <a:pt x="173455" y="1289856"/>
                    <a:pt x="176693" y="1277093"/>
                    <a:pt x="176693" y="1266615"/>
                  </a:cubicBezTo>
                  <a:lnTo>
                    <a:pt x="176693" y="460514"/>
                  </a:lnTo>
                  <a:cubicBezTo>
                    <a:pt x="177674" y="452971"/>
                    <a:pt x="177446" y="445322"/>
                    <a:pt x="176027" y="437845"/>
                  </a:cubicBezTo>
                  <a:cubicBezTo>
                    <a:pt x="173741" y="431368"/>
                    <a:pt x="167264" y="421938"/>
                    <a:pt x="162215" y="421652"/>
                  </a:cubicBezTo>
                  <a:cubicBezTo>
                    <a:pt x="132116" y="420128"/>
                    <a:pt x="101922" y="420890"/>
                    <a:pt x="70109" y="420890"/>
                  </a:cubicBezTo>
                  <a:lnTo>
                    <a:pt x="70109" y="2068715"/>
                  </a:lnTo>
                  <a:lnTo>
                    <a:pt x="1076806" y="2068715"/>
                  </a:lnTo>
                  <a:cubicBezTo>
                    <a:pt x="1082521" y="2068715"/>
                    <a:pt x="1089474" y="2070716"/>
                    <a:pt x="1093665" y="2068144"/>
                  </a:cubicBezTo>
                  <a:cubicBezTo>
                    <a:pt x="1100333" y="2064239"/>
                    <a:pt x="1109763" y="2057476"/>
                    <a:pt x="1110143" y="2051475"/>
                  </a:cubicBezTo>
                  <a:cubicBezTo>
                    <a:pt x="1111953" y="2022233"/>
                    <a:pt x="1111001" y="1992897"/>
                    <a:pt x="1111001" y="1959654"/>
                  </a:cubicBezTo>
                  <a:close/>
                  <a:moveTo>
                    <a:pt x="1926817" y="2027091"/>
                  </a:moveTo>
                  <a:cubicBezTo>
                    <a:pt x="1957202" y="2054523"/>
                    <a:pt x="1988634" y="2083098"/>
                    <a:pt x="2020257" y="2111578"/>
                  </a:cubicBezTo>
                  <a:cubicBezTo>
                    <a:pt x="2054261" y="2142153"/>
                    <a:pt x="2087790" y="2173205"/>
                    <a:pt x="2122556" y="2202827"/>
                  </a:cubicBezTo>
                  <a:cubicBezTo>
                    <a:pt x="2146359" y="2224344"/>
                    <a:pt x="2182906" y="2223211"/>
                    <a:pt x="2205328" y="2200256"/>
                  </a:cubicBezTo>
                  <a:cubicBezTo>
                    <a:pt x="2224730" y="2176215"/>
                    <a:pt x="2222673" y="2141353"/>
                    <a:pt x="2200566" y="2119769"/>
                  </a:cubicBezTo>
                  <a:cubicBezTo>
                    <a:pt x="2190088" y="2108816"/>
                    <a:pt x="2178182" y="2099195"/>
                    <a:pt x="2166752" y="2089099"/>
                  </a:cubicBezTo>
                  <a:lnTo>
                    <a:pt x="2008256" y="19482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A999765A-14E0-4DB0-875F-73ED8BD3D8FD}"/>
                </a:ext>
              </a:extLst>
            </p:cNvPr>
            <p:cNvSpPr/>
            <p:nvPr/>
          </p:nvSpPr>
          <p:spPr>
            <a:xfrm>
              <a:off x="1640232" y="2471475"/>
              <a:ext cx="152214" cy="152516"/>
            </a:xfrm>
            <a:custGeom>
              <a:avLst/>
              <a:gdLst>
                <a:gd name="connsiteX0" fmla="*/ 286240 w 571509"/>
                <a:gd name="connsiteY0" fmla="*/ 572338 h 572642"/>
                <a:gd name="connsiteX1" fmla="*/ 481 w 571509"/>
                <a:gd name="connsiteY1" fmla="*/ 286597 h 572642"/>
                <a:gd name="connsiteX2" fmla="*/ 490 w 571509"/>
                <a:gd name="connsiteY2" fmla="*/ 284873 h 572642"/>
                <a:gd name="connsiteX3" fmla="*/ 285574 w 571509"/>
                <a:gd name="connsiteY3" fmla="*/ -305 h 572642"/>
                <a:gd name="connsiteX4" fmla="*/ 571990 w 571509"/>
                <a:gd name="connsiteY4" fmla="*/ 287445 h 572642"/>
                <a:gd name="connsiteX5" fmla="*/ 286240 w 571509"/>
                <a:gd name="connsiteY5" fmla="*/ 572338 h 572642"/>
                <a:gd name="connsiteX6" fmla="*/ 68308 w 571509"/>
                <a:gd name="connsiteY6" fmla="*/ 285254 h 572642"/>
                <a:gd name="connsiteX7" fmla="*/ 283945 w 571509"/>
                <a:gd name="connsiteY7" fmla="*/ 504329 h 572642"/>
                <a:gd name="connsiteX8" fmla="*/ 287383 w 571509"/>
                <a:gd name="connsiteY8" fmla="*/ 504329 h 572642"/>
                <a:gd name="connsiteX9" fmla="*/ 503991 w 571509"/>
                <a:gd name="connsiteY9" fmla="*/ 286216 h 572642"/>
                <a:gd name="connsiteX10" fmla="*/ 503982 w 571509"/>
                <a:gd name="connsiteY10" fmla="*/ 285254 h 572642"/>
                <a:gd name="connsiteX11" fmla="*/ 286640 w 571509"/>
                <a:gd name="connsiteY11" fmla="*/ 67113 h 572642"/>
                <a:gd name="connsiteX12" fmla="*/ 283478 w 571509"/>
                <a:gd name="connsiteY12" fmla="*/ 67132 h 572642"/>
                <a:gd name="connsiteX13" fmla="*/ 68308 w 571509"/>
                <a:gd name="connsiteY13" fmla="*/ 285254 h 572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9" h="572642">
                  <a:moveTo>
                    <a:pt x="286240" y="572338"/>
                  </a:moveTo>
                  <a:cubicBezTo>
                    <a:pt x="128421" y="572338"/>
                    <a:pt x="490" y="444407"/>
                    <a:pt x="481" y="286597"/>
                  </a:cubicBezTo>
                  <a:cubicBezTo>
                    <a:pt x="481" y="286016"/>
                    <a:pt x="490" y="285445"/>
                    <a:pt x="490" y="284873"/>
                  </a:cubicBezTo>
                  <a:cubicBezTo>
                    <a:pt x="1529" y="127844"/>
                    <a:pt x="128544" y="790"/>
                    <a:pt x="285574" y="-305"/>
                  </a:cubicBezTo>
                  <a:cubicBezTo>
                    <a:pt x="443803" y="847"/>
                    <a:pt x="571581" y="129216"/>
                    <a:pt x="571990" y="287445"/>
                  </a:cubicBezTo>
                  <a:cubicBezTo>
                    <a:pt x="570438" y="444474"/>
                    <a:pt x="443269" y="571252"/>
                    <a:pt x="286240" y="572338"/>
                  </a:cubicBezTo>
                  <a:close/>
                  <a:moveTo>
                    <a:pt x="68308" y="285254"/>
                  </a:moveTo>
                  <a:cubicBezTo>
                    <a:pt x="67356" y="405298"/>
                    <a:pt x="163901" y="503376"/>
                    <a:pt x="283945" y="504329"/>
                  </a:cubicBezTo>
                  <a:cubicBezTo>
                    <a:pt x="285088" y="504339"/>
                    <a:pt x="286240" y="504339"/>
                    <a:pt x="287383" y="504329"/>
                  </a:cubicBezTo>
                  <a:cubicBezTo>
                    <a:pt x="407427" y="503910"/>
                    <a:pt x="504401" y="406260"/>
                    <a:pt x="503991" y="286216"/>
                  </a:cubicBezTo>
                  <a:cubicBezTo>
                    <a:pt x="503982" y="285892"/>
                    <a:pt x="503982" y="285578"/>
                    <a:pt x="503982" y="285254"/>
                  </a:cubicBezTo>
                  <a:cubicBezTo>
                    <a:pt x="504201" y="165001"/>
                    <a:pt x="406894" y="67332"/>
                    <a:pt x="286640" y="67113"/>
                  </a:cubicBezTo>
                  <a:cubicBezTo>
                    <a:pt x="285583" y="67113"/>
                    <a:pt x="284536" y="67122"/>
                    <a:pt x="283478" y="67132"/>
                  </a:cubicBezTo>
                  <a:cubicBezTo>
                    <a:pt x="164254" y="68951"/>
                    <a:pt x="68499" y="166020"/>
                    <a:pt x="68308" y="2852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3D917936-B21A-4A1A-9FBF-CA03FE31FB23}"/>
                </a:ext>
              </a:extLst>
            </p:cNvPr>
            <p:cNvSpPr/>
            <p:nvPr/>
          </p:nvSpPr>
          <p:spPr>
            <a:xfrm>
              <a:off x="1567380" y="2155927"/>
              <a:ext cx="124353" cy="124039"/>
            </a:xfrm>
            <a:custGeom>
              <a:avLst/>
              <a:gdLst>
                <a:gd name="connsiteX0" fmla="*/ 69335 w 466903"/>
                <a:gd name="connsiteY0" fmla="*/ 397316 h 465724"/>
                <a:gd name="connsiteX1" fmla="*/ 397757 w 466903"/>
                <a:gd name="connsiteY1" fmla="*/ 397316 h 465724"/>
                <a:gd name="connsiteX2" fmla="*/ 397757 w 466903"/>
                <a:gd name="connsiteY2" fmla="*/ 68132 h 465724"/>
                <a:gd name="connsiteX3" fmla="*/ 69335 w 466903"/>
                <a:gd name="connsiteY3" fmla="*/ 68132 h 465724"/>
                <a:gd name="connsiteX4" fmla="*/ 69335 w 466903"/>
                <a:gd name="connsiteY4" fmla="*/ 129092 h 465724"/>
                <a:gd name="connsiteX5" fmla="*/ 35045 w 466903"/>
                <a:gd name="connsiteY5" fmla="*/ 172050 h 465724"/>
                <a:gd name="connsiteX6" fmla="*/ 1040 w 466903"/>
                <a:gd name="connsiteY6" fmla="*/ 128044 h 465724"/>
                <a:gd name="connsiteX7" fmla="*/ 1040 w 466903"/>
                <a:gd name="connsiteY7" fmla="*/ 62322 h 465724"/>
                <a:gd name="connsiteX8" fmla="*/ 63334 w 466903"/>
                <a:gd name="connsiteY8" fmla="*/ 123 h 465724"/>
                <a:gd name="connsiteX9" fmla="*/ 406234 w 466903"/>
                <a:gd name="connsiteY9" fmla="*/ 123 h 465724"/>
                <a:gd name="connsiteX10" fmla="*/ 466813 w 466903"/>
                <a:gd name="connsiteY10" fmla="*/ 60131 h 465724"/>
                <a:gd name="connsiteX11" fmla="*/ 466813 w 466903"/>
                <a:gd name="connsiteY11" fmla="*/ 405888 h 465724"/>
                <a:gd name="connsiteX12" fmla="*/ 405472 w 466903"/>
                <a:gd name="connsiteY12" fmla="*/ 465134 h 465724"/>
                <a:gd name="connsiteX13" fmla="*/ 62572 w 466903"/>
                <a:gd name="connsiteY13" fmla="*/ 465134 h 465724"/>
                <a:gd name="connsiteX14" fmla="*/ 1422 w 466903"/>
                <a:gd name="connsiteY14" fmla="*/ 407984 h 465724"/>
                <a:gd name="connsiteX15" fmla="*/ 1422 w 466903"/>
                <a:gd name="connsiteY15" fmla="*/ 305114 h 465724"/>
                <a:gd name="connsiteX16" fmla="*/ 35997 w 466903"/>
                <a:gd name="connsiteY16" fmla="*/ 268252 h 465724"/>
                <a:gd name="connsiteX17" fmla="*/ 69335 w 466903"/>
                <a:gd name="connsiteY17" fmla="*/ 306352 h 465724"/>
                <a:gd name="connsiteX18" fmla="*/ 69335 w 466903"/>
                <a:gd name="connsiteY18" fmla="*/ 397316 h 46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66903" h="465724">
                  <a:moveTo>
                    <a:pt x="69335" y="397316"/>
                  </a:moveTo>
                  <a:lnTo>
                    <a:pt x="397757" y="397316"/>
                  </a:lnTo>
                  <a:lnTo>
                    <a:pt x="397757" y="68132"/>
                  </a:lnTo>
                  <a:lnTo>
                    <a:pt x="69335" y="68132"/>
                  </a:lnTo>
                  <a:cubicBezTo>
                    <a:pt x="69335" y="89563"/>
                    <a:pt x="69335" y="109375"/>
                    <a:pt x="69335" y="129092"/>
                  </a:cubicBezTo>
                  <a:cubicBezTo>
                    <a:pt x="68858" y="157667"/>
                    <a:pt x="56381" y="173574"/>
                    <a:pt x="35045" y="172050"/>
                  </a:cubicBezTo>
                  <a:cubicBezTo>
                    <a:pt x="8184" y="170145"/>
                    <a:pt x="1136" y="151380"/>
                    <a:pt x="1040" y="128044"/>
                  </a:cubicBezTo>
                  <a:cubicBezTo>
                    <a:pt x="945" y="104708"/>
                    <a:pt x="564" y="84134"/>
                    <a:pt x="1040" y="62322"/>
                  </a:cubicBezTo>
                  <a:cubicBezTo>
                    <a:pt x="2279" y="21841"/>
                    <a:pt x="23234" y="314"/>
                    <a:pt x="63334" y="123"/>
                  </a:cubicBezTo>
                  <a:cubicBezTo>
                    <a:pt x="177634" y="-448"/>
                    <a:pt x="291934" y="-448"/>
                    <a:pt x="406234" y="123"/>
                  </a:cubicBezTo>
                  <a:cubicBezTo>
                    <a:pt x="445668" y="123"/>
                    <a:pt x="466527" y="20507"/>
                    <a:pt x="466813" y="60131"/>
                  </a:cubicBezTo>
                  <a:cubicBezTo>
                    <a:pt x="467575" y="175384"/>
                    <a:pt x="467575" y="290636"/>
                    <a:pt x="466813" y="405888"/>
                  </a:cubicBezTo>
                  <a:cubicBezTo>
                    <a:pt x="466813" y="445608"/>
                    <a:pt x="445668" y="464943"/>
                    <a:pt x="405472" y="465134"/>
                  </a:cubicBezTo>
                  <a:cubicBezTo>
                    <a:pt x="291172" y="465515"/>
                    <a:pt x="176872" y="465515"/>
                    <a:pt x="62572" y="465134"/>
                  </a:cubicBezTo>
                  <a:cubicBezTo>
                    <a:pt x="24472" y="465134"/>
                    <a:pt x="3041" y="444941"/>
                    <a:pt x="1422" y="407984"/>
                  </a:cubicBezTo>
                  <a:cubicBezTo>
                    <a:pt x="-102" y="373694"/>
                    <a:pt x="469" y="339404"/>
                    <a:pt x="1422" y="305114"/>
                  </a:cubicBezTo>
                  <a:cubicBezTo>
                    <a:pt x="1993" y="283492"/>
                    <a:pt x="12090" y="267871"/>
                    <a:pt x="35997" y="268252"/>
                  </a:cubicBezTo>
                  <a:cubicBezTo>
                    <a:pt x="59905" y="268633"/>
                    <a:pt x="69144" y="283873"/>
                    <a:pt x="69335" y="306352"/>
                  </a:cubicBezTo>
                  <a:cubicBezTo>
                    <a:pt x="69430" y="334832"/>
                    <a:pt x="69335" y="364550"/>
                    <a:pt x="69335" y="3973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/>
                <a:ea typeface="思源黑体 CN Regular"/>
                <a:cs typeface="+mn-cs"/>
              </a:endParaRP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FF2B1E30-DE6F-4948-BE21-43FA9F3FCA70}"/>
                </a:ext>
              </a:extLst>
            </p:cNvPr>
            <p:cNvGrpSpPr/>
            <p:nvPr/>
          </p:nvGrpSpPr>
          <p:grpSpPr>
            <a:xfrm>
              <a:off x="1407654" y="2169977"/>
              <a:ext cx="284314" cy="269938"/>
              <a:chOff x="1407654" y="2169977"/>
              <a:chExt cx="284314" cy="269938"/>
            </a:xfrm>
            <a:grpFill/>
          </p:grpSpPr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D53865FC-C999-4886-8C28-D79D91A1ED8B}"/>
                  </a:ext>
                </a:extLst>
              </p:cNvPr>
              <p:cNvSpPr/>
              <p:nvPr/>
            </p:nvSpPr>
            <p:spPr>
              <a:xfrm>
                <a:off x="1408238" y="2421767"/>
                <a:ext cx="200137" cy="18148"/>
              </a:xfrm>
              <a:custGeom>
                <a:avLst/>
                <a:gdLst>
                  <a:gd name="connsiteX0" fmla="*/ 371868 w 751444"/>
                  <a:gd name="connsiteY0" fmla="*/ 66883 h 68139"/>
                  <a:gd name="connsiteX1" fmla="*/ 52018 w 751444"/>
                  <a:gd name="connsiteY1" fmla="*/ 66883 h 68139"/>
                  <a:gd name="connsiteX2" fmla="*/ 26873 w 751444"/>
                  <a:gd name="connsiteY2" fmla="*/ 65550 h 68139"/>
                  <a:gd name="connsiteX3" fmla="*/ 488 w 751444"/>
                  <a:gd name="connsiteY3" fmla="*/ 34689 h 68139"/>
                  <a:gd name="connsiteX4" fmla="*/ 25158 w 751444"/>
                  <a:gd name="connsiteY4" fmla="*/ 2780 h 68139"/>
                  <a:gd name="connsiteX5" fmla="*/ 55924 w 751444"/>
                  <a:gd name="connsiteY5" fmla="*/ 399 h 68139"/>
                  <a:gd name="connsiteX6" fmla="*/ 695623 w 751444"/>
                  <a:gd name="connsiteY6" fmla="*/ 399 h 68139"/>
                  <a:gd name="connsiteX7" fmla="*/ 751915 w 751444"/>
                  <a:gd name="connsiteY7" fmla="*/ 32879 h 68139"/>
                  <a:gd name="connsiteX8" fmla="*/ 694765 w 751444"/>
                  <a:gd name="connsiteY8" fmla="*/ 66979 h 68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1444" h="68139">
                    <a:moveTo>
                      <a:pt x="371868" y="66883"/>
                    </a:moveTo>
                    <a:lnTo>
                      <a:pt x="52018" y="66883"/>
                    </a:lnTo>
                    <a:cubicBezTo>
                      <a:pt x="43446" y="66883"/>
                      <a:pt x="32492" y="69741"/>
                      <a:pt x="26873" y="65550"/>
                    </a:cubicBezTo>
                    <a:cubicBezTo>
                      <a:pt x="15823" y="57358"/>
                      <a:pt x="869" y="45452"/>
                      <a:pt x="488" y="34689"/>
                    </a:cubicBezTo>
                    <a:cubicBezTo>
                      <a:pt x="107" y="23925"/>
                      <a:pt x="14204" y="10400"/>
                      <a:pt x="25158" y="2780"/>
                    </a:cubicBezTo>
                    <a:cubicBezTo>
                      <a:pt x="32492" y="-2268"/>
                      <a:pt x="45446" y="399"/>
                      <a:pt x="55924" y="399"/>
                    </a:cubicBezTo>
                    <a:lnTo>
                      <a:pt x="695623" y="399"/>
                    </a:lnTo>
                    <a:cubicBezTo>
                      <a:pt x="735818" y="399"/>
                      <a:pt x="751439" y="9447"/>
                      <a:pt x="751915" y="32879"/>
                    </a:cubicBezTo>
                    <a:cubicBezTo>
                      <a:pt x="752392" y="56310"/>
                      <a:pt x="736199" y="66979"/>
                      <a:pt x="694765" y="669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939CB72-FA88-4714-A2D4-2EC92EE5A19E}"/>
                  </a:ext>
                </a:extLst>
              </p:cNvPr>
              <p:cNvSpPr/>
              <p:nvPr/>
            </p:nvSpPr>
            <p:spPr>
              <a:xfrm>
                <a:off x="1407789" y="2371788"/>
                <a:ext cx="161987" cy="18127"/>
              </a:xfrm>
              <a:custGeom>
                <a:avLst/>
                <a:gdLst>
                  <a:gd name="connsiteX0" fmla="*/ 303353 w 608206"/>
                  <a:gd name="connsiteY0" fmla="*/ 67277 h 68061"/>
                  <a:gd name="connsiteX1" fmla="*/ 58084 w 608206"/>
                  <a:gd name="connsiteY1" fmla="*/ 67277 h 68061"/>
                  <a:gd name="connsiteX2" fmla="*/ 32366 w 608206"/>
                  <a:gd name="connsiteY2" fmla="*/ 66515 h 68061"/>
                  <a:gd name="connsiteX3" fmla="*/ 553 w 608206"/>
                  <a:gd name="connsiteY3" fmla="*/ 33368 h 68061"/>
                  <a:gd name="connsiteX4" fmla="*/ 29156 w 608206"/>
                  <a:gd name="connsiteY4" fmla="*/ 583 h 68061"/>
                  <a:gd name="connsiteX5" fmla="*/ 33605 w 608206"/>
                  <a:gd name="connsiteY5" fmla="*/ 602 h 68061"/>
                  <a:gd name="connsiteX6" fmla="*/ 53512 w 608206"/>
                  <a:gd name="connsiteY6" fmla="*/ 602 h 68061"/>
                  <a:gd name="connsiteX7" fmla="*/ 558337 w 608206"/>
                  <a:gd name="connsiteY7" fmla="*/ 602 h 68061"/>
                  <a:gd name="connsiteX8" fmla="*/ 580625 w 608206"/>
                  <a:gd name="connsiteY8" fmla="*/ 1745 h 68061"/>
                  <a:gd name="connsiteX9" fmla="*/ 608629 w 608206"/>
                  <a:gd name="connsiteY9" fmla="*/ 34225 h 68061"/>
                  <a:gd name="connsiteX10" fmla="*/ 582626 w 608206"/>
                  <a:gd name="connsiteY10" fmla="*/ 64991 h 68061"/>
                  <a:gd name="connsiteX11" fmla="*/ 554717 w 608206"/>
                  <a:gd name="connsiteY11" fmla="*/ 67087 h 68061"/>
                  <a:gd name="connsiteX12" fmla="*/ 303353 w 608206"/>
                  <a:gd name="connsiteY12" fmla="*/ 67277 h 68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08206" h="68061">
                    <a:moveTo>
                      <a:pt x="303353" y="67277"/>
                    </a:moveTo>
                    <a:lnTo>
                      <a:pt x="58084" y="67277"/>
                    </a:lnTo>
                    <a:cubicBezTo>
                      <a:pt x="49512" y="67277"/>
                      <a:pt x="40939" y="67277"/>
                      <a:pt x="32366" y="66515"/>
                    </a:cubicBezTo>
                    <a:cubicBezTo>
                      <a:pt x="12364" y="64706"/>
                      <a:pt x="172" y="53466"/>
                      <a:pt x="553" y="33368"/>
                    </a:cubicBezTo>
                    <a:cubicBezTo>
                      <a:pt x="-600" y="16414"/>
                      <a:pt x="12202" y="1736"/>
                      <a:pt x="29156" y="583"/>
                    </a:cubicBezTo>
                    <a:cubicBezTo>
                      <a:pt x="30642" y="478"/>
                      <a:pt x="32128" y="488"/>
                      <a:pt x="33605" y="602"/>
                    </a:cubicBezTo>
                    <a:cubicBezTo>
                      <a:pt x="40177" y="602"/>
                      <a:pt x="46845" y="602"/>
                      <a:pt x="53512" y="602"/>
                    </a:cubicBezTo>
                    <a:lnTo>
                      <a:pt x="558337" y="602"/>
                    </a:lnTo>
                    <a:cubicBezTo>
                      <a:pt x="565862" y="602"/>
                      <a:pt x="575958" y="-2065"/>
                      <a:pt x="580625" y="1745"/>
                    </a:cubicBezTo>
                    <a:cubicBezTo>
                      <a:pt x="591960" y="10794"/>
                      <a:pt x="607296" y="22319"/>
                      <a:pt x="608629" y="34225"/>
                    </a:cubicBezTo>
                    <a:cubicBezTo>
                      <a:pt x="609772" y="43750"/>
                      <a:pt x="593770" y="57181"/>
                      <a:pt x="582626" y="64991"/>
                    </a:cubicBezTo>
                    <a:cubicBezTo>
                      <a:pt x="576054" y="69563"/>
                      <a:pt x="564242" y="67087"/>
                      <a:pt x="554717" y="67087"/>
                    </a:cubicBezTo>
                    <a:cubicBezTo>
                      <a:pt x="470831" y="67211"/>
                      <a:pt x="387049" y="67277"/>
                      <a:pt x="303353" y="672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F059B199-144B-4E34-A40B-919CB3B2164F}"/>
                  </a:ext>
                </a:extLst>
              </p:cNvPr>
              <p:cNvSpPr/>
              <p:nvPr/>
            </p:nvSpPr>
            <p:spPr>
              <a:xfrm>
                <a:off x="1407680" y="2169977"/>
                <a:ext cx="139148" cy="18080"/>
              </a:xfrm>
              <a:custGeom>
                <a:avLst/>
                <a:gdLst>
                  <a:gd name="connsiteX0" fmla="*/ 259660 w 522450"/>
                  <a:gd name="connsiteY0" fmla="*/ -145 h 67883"/>
                  <a:gd name="connsiteX1" fmla="*/ 476354 w 522450"/>
                  <a:gd name="connsiteY1" fmla="*/ -145 h 67883"/>
                  <a:gd name="connsiteX2" fmla="*/ 522931 w 522450"/>
                  <a:gd name="connsiteY2" fmla="*/ 33764 h 67883"/>
                  <a:gd name="connsiteX3" fmla="*/ 476259 w 522450"/>
                  <a:gd name="connsiteY3" fmla="*/ 67578 h 67883"/>
                  <a:gd name="connsiteX4" fmla="*/ 45729 w 522450"/>
                  <a:gd name="connsiteY4" fmla="*/ 67578 h 67883"/>
                  <a:gd name="connsiteX5" fmla="*/ 1533 w 522450"/>
                  <a:gd name="connsiteY5" fmla="*/ 40527 h 67883"/>
                  <a:gd name="connsiteX6" fmla="*/ 42967 w 522450"/>
                  <a:gd name="connsiteY6" fmla="*/ -240 h 67883"/>
                  <a:gd name="connsiteX7" fmla="*/ 259660 w 522450"/>
                  <a:gd name="connsiteY7" fmla="*/ -145 h 67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2450" h="67883">
                    <a:moveTo>
                      <a:pt x="259660" y="-145"/>
                    </a:moveTo>
                    <a:lnTo>
                      <a:pt x="476354" y="-145"/>
                    </a:lnTo>
                    <a:cubicBezTo>
                      <a:pt x="506548" y="-145"/>
                      <a:pt x="522931" y="12143"/>
                      <a:pt x="522931" y="33764"/>
                    </a:cubicBezTo>
                    <a:cubicBezTo>
                      <a:pt x="522931" y="55386"/>
                      <a:pt x="506929" y="67578"/>
                      <a:pt x="476259" y="67578"/>
                    </a:cubicBezTo>
                    <a:cubicBezTo>
                      <a:pt x="332746" y="67578"/>
                      <a:pt x="189242" y="67578"/>
                      <a:pt x="45729" y="67578"/>
                    </a:cubicBezTo>
                    <a:cubicBezTo>
                      <a:pt x="25250" y="67578"/>
                      <a:pt x="7153" y="63673"/>
                      <a:pt x="1533" y="40527"/>
                    </a:cubicBezTo>
                    <a:cubicBezTo>
                      <a:pt x="-4087" y="17381"/>
                      <a:pt x="13249" y="-49"/>
                      <a:pt x="42967" y="-240"/>
                    </a:cubicBezTo>
                    <a:cubicBezTo>
                      <a:pt x="115166" y="-430"/>
                      <a:pt x="187461" y="-145"/>
                      <a:pt x="259660" y="-14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C790D74E-3D75-477C-9063-AE4FD37062F6}"/>
                  </a:ext>
                </a:extLst>
              </p:cNvPr>
              <p:cNvSpPr/>
              <p:nvPr/>
            </p:nvSpPr>
            <p:spPr>
              <a:xfrm>
                <a:off x="1407699" y="2247539"/>
                <a:ext cx="139347" cy="18260"/>
              </a:xfrm>
              <a:custGeom>
                <a:avLst/>
                <a:gdLst>
                  <a:gd name="connsiteX0" fmla="*/ 259211 w 523198"/>
                  <a:gd name="connsiteY0" fmla="*/ 68111 h 68560"/>
                  <a:gd name="connsiteX1" fmla="*/ 48137 w 523198"/>
                  <a:gd name="connsiteY1" fmla="*/ 68111 h 68560"/>
                  <a:gd name="connsiteX2" fmla="*/ 512 w 523198"/>
                  <a:gd name="connsiteY2" fmla="*/ 35154 h 68560"/>
                  <a:gd name="connsiteX3" fmla="*/ 48708 w 523198"/>
                  <a:gd name="connsiteY3" fmla="*/ -184 h 68560"/>
                  <a:gd name="connsiteX4" fmla="*/ 476572 w 523198"/>
                  <a:gd name="connsiteY4" fmla="*/ 578 h 68560"/>
                  <a:gd name="connsiteX5" fmla="*/ 517624 w 523198"/>
                  <a:gd name="connsiteY5" fmla="*/ 18771 h 68560"/>
                  <a:gd name="connsiteX6" fmla="*/ 481620 w 523198"/>
                  <a:gd name="connsiteY6" fmla="*/ 68015 h 68560"/>
                  <a:gd name="connsiteX7" fmla="*/ 259211 w 523198"/>
                  <a:gd name="connsiteY7" fmla="*/ 68111 h 68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3198" h="68560">
                    <a:moveTo>
                      <a:pt x="259211" y="68111"/>
                    </a:moveTo>
                    <a:lnTo>
                      <a:pt x="48137" y="68111"/>
                    </a:lnTo>
                    <a:cubicBezTo>
                      <a:pt x="17466" y="68111"/>
                      <a:pt x="1369" y="56681"/>
                      <a:pt x="512" y="35154"/>
                    </a:cubicBezTo>
                    <a:cubicBezTo>
                      <a:pt x="-345" y="13628"/>
                      <a:pt x="16514" y="-184"/>
                      <a:pt x="48708" y="-184"/>
                    </a:cubicBezTo>
                    <a:cubicBezTo>
                      <a:pt x="191583" y="-184"/>
                      <a:pt x="333982" y="-755"/>
                      <a:pt x="476572" y="578"/>
                    </a:cubicBezTo>
                    <a:cubicBezTo>
                      <a:pt x="492135" y="902"/>
                      <a:pt x="506928" y="7455"/>
                      <a:pt x="517624" y="18771"/>
                    </a:cubicBezTo>
                    <a:cubicBezTo>
                      <a:pt x="534483" y="40774"/>
                      <a:pt x="514100" y="67730"/>
                      <a:pt x="481620" y="68015"/>
                    </a:cubicBezTo>
                    <a:cubicBezTo>
                      <a:pt x="407515" y="68492"/>
                      <a:pt x="333411" y="68111"/>
                      <a:pt x="259211" y="681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2BCBD6D4-71CA-4E04-B9DD-49E9D4AAB0C4}"/>
                  </a:ext>
                </a:extLst>
              </p:cNvPr>
              <p:cNvSpPr/>
              <p:nvPr/>
            </p:nvSpPr>
            <p:spPr>
              <a:xfrm>
                <a:off x="1479472" y="2323093"/>
                <a:ext cx="140214" cy="17834"/>
              </a:xfrm>
              <a:custGeom>
                <a:avLst/>
                <a:gdLst>
                  <a:gd name="connsiteX0" fmla="*/ 264428 w 526456"/>
                  <a:gd name="connsiteY0" fmla="*/ -114 h 66961"/>
                  <a:gd name="connsiteX1" fmla="*/ 489694 w 526456"/>
                  <a:gd name="connsiteY1" fmla="*/ -114 h 66961"/>
                  <a:gd name="connsiteX2" fmla="*/ 526937 w 526456"/>
                  <a:gd name="connsiteY2" fmla="*/ 33795 h 66961"/>
                  <a:gd name="connsiteX3" fmla="*/ 488837 w 526456"/>
                  <a:gd name="connsiteY3" fmla="*/ 66656 h 66961"/>
                  <a:gd name="connsiteX4" fmla="*/ 466072 w 526456"/>
                  <a:gd name="connsiteY4" fmla="*/ 66656 h 66961"/>
                  <a:gd name="connsiteX5" fmla="*/ 40686 w 526456"/>
                  <a:gd name="connsiteY5" fmla="*/ 66656 h 66961"/>
                  <a:gd name="connsiteX6" fmla="*/ 490 w 526456"/>
                  <a:gd name="connsiteY6" fmla="*/ 32747 h 66961"/>
                  <a:gd name="connsiteX7" fmla="*/ 41733 w 526456"/>
                  <a:gd name="connsiteY7" fmla="*/ -305 h 66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6456" h="66961">
                    <a:moveTo>
                      <a:pt x="264428" y="-114"/>
                    </a:moveTo>
                    <a:cubicBezTo>
                      <a:pt x="339485" y="-114"/>
                      <a:pt x="414637" y="-114"/>
                      <a:pt x="489694" y="-114"/>
                    </a:cubicBezTo>
                    <a:cubicBezTo>
                      <a:pt x="511792" y="-114"/>
                      <a:pt x="527032" y="10363"/>
                      <a:pt x="526937" y="33795"/>
                    </a:cubicBezTo>
                    <a:cubicBezTo>
                      <a:pt x="526842" y="57227"/>
                      <a:pt x="510363" y="66085"/>
                      <a:pt x="488837" y="66656"/>
                    </a:cubicBezTo>
                    <a:cubicBezTo>
                      <a:pt x="481312" y="66656"/>
                      <a:pt x="473692" y="66656"/>
                      <a:pt x="466072" y="66656"/>
                    </a:cubicBezTo>
                    <a:lnTo>
                      <a:pt x="40686" y="66656"/>
                    </a:lnTo>
                    <a:cubicBezTo>
                      <a:pt x="17730" y="66656"/>
                      <a:pt x="14" y="57703"/>
                      <a:pt x="490" y="32747"/>
                    </a:cubicBezTo>
                    <a:cubicBezTo>
                      <a:pt x="966" y="7792"/>
                      <a:pt x="18778" y="-400"/>
                      <a:pt x="41733" y="-3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5111AD72-7F39-4947-8FBF-201C962A6970}"/>
                  </a:ext>
                </a:extLst>
              </p:cNvPr>
              <p:cNvSpPr/>
              <p:nvPr/>
            </p:nvSpPr>
            <p:spPr>
              <a:xfrm>
                <a:off x="1407654" y="2208986"/>
                <a:ext cx="139178" cy="17879"/>
              </a:xfrm>
              <a:custGeom>
                <a:avLst/>
                <a:gdLst>
                  <a:gd name="connsiteX0" fmla="*/ 259855 w 522563"/>
                  <a:gd name="connsiteY0" fmla="*/ 66655 h 67130"/>
                  <a:gd name="connsiteX1" fmla="*/ 45542 w 522563"/>
                  <a:gd name="connsiteY1" fmla="*/ 66655 h 67130"/>
                  <a:gd name="connsiteX2" fmla="*/ 2203 w 522563"/>
                  <a:gd name="connsiteY2" fmla="*/ 42176 h 67130"/>
                  <a:gd name="connsiteX3" fmla="*/ 43923 w 522563"/>
                  <a:gd name="connsiteY3" fmla="*/ -305 h 67130"/>
                  <a:gd name="connsiteX4" fmla="*/ 321100 w 522563"/>
                  <a:gd name="connsiteY4" fmla="*/ -305 h 67130"/>
                  <a:gd name="connsiteX5" fmla="*/ 472548 w 522563"/>
                  <a:gd name="connsiteY5" fmla="*/ -305 h 67130"/>
                  <a:gd name="connsiteX6" fmla="*/ 523030 w 522563"/>
                  <a:gd name="connsiteY6" fmla="*/ 32270 h 67130"/>
                  <a:gd name="connsiteX7" fmla="*/ 471309 w 522563"/>
                  <a:gd name="connsiteY7" fmla="*/ 66750 h 67130"/>
                  <a:gd name="connsiteX8" fmla="*/ 259855 w 522563"/>
                  <a:gd name="connsiteY8" fmla="*/ 66655 h 6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2563" h="67130">
                    <a:moveTo>
                      <a:pt x="259855" y="66655"/>
                    </a:moveTo>
                    <a:lnTo>
                      <a:pt x="45542" y="66655"/>
                    </a:lnTo>
                    <a:cubicBezTo>
                      <a:pt x="26492" y="66655"/>
                      <a:pt x="8871" y="63512"/>
                      <a:pt x="2203" y="42176"/>
                    </a:cubicBezTo>
                    <a:cubicBezTo>
                      <a:pt x="-5322" y="18173"/>
                      <a:pt x="12395" y="-210"/>
                      <a:pt x="43923" y="-305"/>
                    </a:cubicBezTo>
                    <a:cubicBezTo>
                      <a:pt x="136315" y="-305"/>
                      <a:pt x="228708" y="-305"/>
                      <a:pt x="321100" y="-305"/>
                    </a:cubicBezTo>
                    <a:cubicBezTo>
                      <a:pt x="371583" y="-305"/>
                      <a:pt x="422065" y="-305"/>
                      <a:pt x="472548" y="-305"/>
                    </a:cubicBezTo>
                    <a:cubicBezTo>
                      <a:pt x="507124" y="-305"/>
                      <a:pt x="522459" y="9886"/>
                      <a:pt x="523030" y="32270"/>
                    </a:cubicBezTo>
                    <a:cubicBezTo>
                      <a:pt x="523602" y="54654"/>
                      <a:pt x="507505" y="66655"/>
                      <a:pt x="471309" y="66750"/>
                    </a:cubicBezTo>
                    <a:cubicBezTo>
                      <a:pt x="400824" y="66874"/>
                      <a:pt x="330340" y="66846"/>
                      <a:pt x="259855" y="666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4D5C259A-2B76-4CA8-B474-BB6EB89930E6}"/>
                  </a:ext>
                </a:extLst>
              </p:cNvPr>
              <p:cNvSpPr/>
              <p:nvPr/>
            </p:nvSpPr>
            <p:spPr>
              <a:xfrm>
                <a:off x="1591426" y="2372029"/>
                <a:ext cx="100542" cy="17707"/>
              </a:xfrm>
              <a:custGeom>
                <a:avLst/>
                <a:gdLst>
                  <a:gd name="connsiteX0" fmla="*/ 188124 w 377500"/>
                  <a:gd name="connsiteY0" fmla="*/ -304 h 66485"/>
                  <a:gd name="connsiteX1" fmla="*/ 336524 w 377500"/>
                  <a:gd name="connsiteY1" fmla="*/ -304 h 66485"/>
                  <a:gd name="connsiteX2" fmla="*/ 377958 w 377500"/>
                  <a:gd name="connsiteY2" fmla="*/ 31986 h 66485"/>
                  <a:gd name="connsiteX3" fmla="*/ 338239 w 377500"/>
                  <a:gd name="connsiteY3" fmla="*/ 66180 h 66485"/>
                  <a:gd name="connsiteX4" fmla="*/ 38677 w 377500"/>
                  <a:gd name="connsiteY4" fmla="*/ 66180 h 66485"/>
                  <a:gd name="connsiteX5" fmla="*/ 577 w 377500"/>
                  <a:gd name="connsiteY5" fmla="*/ 30938 h 66485"/>
                  <a:gd name="connsiteX6" fmla="*/ 39820 w 377500"/>
                  <a:gd name="connsiteY6" fmla="*/ -304 h 66485"/>
                  <a:gd name="connsiteX7" fmla="*/ 188124 w 377500"/>
                  <a:gd name="connsiteY7" fmla="*/ -304 h 6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7500" h="66485">
                    <a:moveTo>
                      <a:pt x="188124" y="-304"/>
                    </a:moveTo>
                    <a:cubicBezTo>
                      <a:pt x="237559" y="-304"/>
                      <a:pt x="287089" y="-304"/>
                      <a:pt x="336524" y="-304"/>
                    </a:cubicBezTo>
                    <a:cubicBezTo>
                      <a:pt x="359574" y="-304"/>
                      <a:pt x="377196" y="6839"/>
                      <a:pt x="377958" y="31986"/>
                    </a:cubicBezTo>
                    <a:cubicBezTo>
                      <a:pt x="378720" y="57131"/>
                      <a:pt x="361098" y="66180"/>
                      <a:pt x="338239" y="66180"/>
                    </a:cubicBezTo>
                    <a:cubicBezTo>
                      <a:pt x="238417" y="66180"/>
                      <a:pt x="138566" y="66180"/>
                      <a:pt x="38677" y="66180"/>
                    </a:cubicBezTo>
                    <a:cubicBezTo>
                      <a:pt x="15722" y="66180"/>
                      <a:pt x="-947" y="56655"/>
                      <a:pt x="577" y="30938"/>
                    </a:cubicBezTo>
                    <a:cubicBezTo>
                      <a:pt x="1815" y="6744"/>
                      <a:pt x="18008" y="-400"/>
                      <a:pt x="39820" y="-304"/>
                    </a:cubicBezTo>
                    <a:cubicBezTo>
                      <a:pt x="89255" y="-304"/>
                      <a:pt x="138690" y="-304"/>
                      <a:pt x="188124" y="-3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</p:grp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11AA92CA-B3AB-4955-AB44-C36811006C00}"/>
              </a:ext>
            </a:extLst>
          </p:cNvPr>
          <p:cNvSpPr txBox="1"/>
          <p:nvPr/>
        </p:nvSpPr>
        <p:spPr>
          <a:xfrm>
            <a:off x="8524334" y="2012866"/>
            <a:ext cx="24270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130" normalizeH="0" noProof="0" dirty="0">
                <a:ln>
                  <a:noFill/>
                </a:ln>
                <a:solidFill>
                  <a:srgbClr val="00398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实验验证不足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652A420E-A5F8-45FD-B109-AB6CC3568F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891" y="4229321"/>
            <a:ext cx="2535785" cy="1690523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BC3FA5FD-2411-4371-821F-59311052D777}"/>
              </a:ext>
            </a:extLst>
          </p:cNvPr>
          <p:cNvSpPr txBox="1"/>
          <p:nvPr/>
        </p:nvSpPr>
        <p:spPr>
          <a:xfrm>
            <a:off x="1175668" y="2792231"/>
            <a:ext cx="2997488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130" normalizeH="0" noProof="0" dirty="0">
              <a:ln>
                <a:noFill/>
              </a:ln>
              <a:solidFill>
                <a:srgbClr val="00398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15540185-0583-4EB1-88BB-8ADA747102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505" y="4223874"/>
            <a:ext cx="2427079" cy="1693414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2A873718-3F03-494C-B95B-47650BFFD2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673" y="4229321"/>
            <a:ext cx="2618653" cy="1690523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6F6DF6A0-52AA-40B6-9484-4BCD69434C70}"/>
              </a:ext>
            </a:extLst>
          </p:cNvPr>
          <p:cNvSpPr txBox="1"/>
          <p:nvPr/>
        </p:nvSpPr>
        <p:spPr>
          <a:xfrm>
            <a:off x="4755146" y="2982521"/>
            <a:ext cx="2827137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000" spc="13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姿态指令执行延迟与网络预测轨迹有差异</a:t>
            </a:r>
            <a:endParaRPr lang="zh-CN" altLang="en-US" sz="2000" spc="130" dirty="0">
              <a:solidFill>
                <a:srgbClr val="0039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B7E4069-97FE-AFA5-AEDE-8A4F69C807FD}"/>
              </a:ext>
            </a:extLst>
          </p:cNvPr>
          <p:cNvSpPr txBox="1"/>
          <p:nvPr/>
        </p:nvSpPr>
        <p:spPr>
          <a:xfrm>
            <a:off x="8423122" y="3010994"/>
            <a:ext cx="2629505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000" spc="130" dirty="0">
                <a:solidFill>
                  <a:srgbClr val="0039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后续补充对比实验和消融实验</a:t>
            </a:r>
          </a:p>
        </p:txBody>
      </p:sp>
    </p:spTree>
    <p:extLst>
      <p:ext uri="{BB962C8B-B14F-4D97-AF65-F5344CB8AC3E}">
        <p14:creationId xmlns:p14="http://schemas.microsoft.com/office/powerpoint/2010/main" val="2618080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FDAC53C-5A49-439D-979D-2D7F1B5719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5" b="30067"/>
          <a:stretch/>
        </p:blipFill>
        <p:spPr>
          <a:xfrm>
            <a:off x="4431390" y="175959"/>
            <a:ext cx="3329214" cy="91836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1F7460F-8C9A-4E85-9C67-5C4ED62E225A}"/>
              </a:ext>
            </a:extLst>
          </p:cNvPr>
          <p:cNvSpPr/>
          <p:nvPr/>
        </p:nvSpPr>
        <p:spPr>
          <a:xfrm>
            <a:off x="-2" y="1304925"/>
            <a:ext cx="12192000" cy="2787364"/>
          </a:xfrm>
          <a:prstGeom prst="rect">
            <a:avLst/>
          </a:prstGeom>
          <a:solidFill>
            <a:srgbClr val="0040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11FE59-3187-489A-9589-F59B5837902E}"/>
              </a:ext>
            </a:extLst>
          </p:cNvPr>
          <p:cNvSpPr txBox="1"/>
          <p:nvPr/>
        </p:nvSpPr>
        <p:spPr>
          <a:xfrm>
            <a:off x="2864026" y="2283108"/>
            <a:ext cx="64639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spc="13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感谢各位老师批评指正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3C054A-A859-408A-A100-3090DBEB8C2F}"/>
              </a:ext>
            </a:extLst>
          </p:cNvPr>
          <p:cNvSpPr txBox="1"/>
          <p:nvPr/>
        </p:nvSpPr>
        <p:spPr>
          <a:xfrm>
            <a:off x="3962489" y="5553075"/>
            <a:ext cx="416913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自动化工程学院  </a:t>
            </a:r>
            <a:r>
              <a:rPr lang="en-US" altLang="zh-CN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 </a:t>
            </a:r>
            <a:r>
              <a:rPr lang="zh-CN" altLang="en-US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华羽霄</a:t>
            </a:r>
            <a:r>
              <a:rPr lang="en-US" altLang="zh-CN" sz="2400" spc="130" dirty="0">
                <a:solidFill>
                  <a:srgbClr val="0040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347028-D8F0-4A6E-AAA1-60E6BB324A33}"/>
              </a:ext>
            </a:extLst>
          </p:cNvPr>
          <p:cNvSpPr/>
          <p:nvPr/>
        </p:nvSpPr>
        <p:spPr>
          <a:xfrm>
            <a:off x="-2" y="4110548"/>
            <a:ext cx="12192000" cy="188686"/>
          </a:xfrm>
          <a:prstGeom prst="rect">
            <a:avLst/>
          </a:prstGeom>
          <a:gradFill>
            <a:gsLst>
              <a:gs pos="0">
                <a:srgbClr val="F08F1F">
                  <a:alpha val="70000"/>
                </a:srgbClr>
              </a:gs>
              <a:gs pos="29000">
                <a:srgbClr val="F08F1F">
                  <a:alpha val="50000"/>
                </a:srgbClr>
              </a:gs>
              <a:gs pos="63000">
                <a:srgbClr val="F08F1F">
                  <a:alpha val="30000"/>
                </a:srgbClr>
              </a:gs>
              <a:gs pos="100000">
                <a:srgbClr val="F08F1F">
                  <a:alpha val="0"/>
                </a:srgbClr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9716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377</Words>
  <Application>Microsoft Office PowerPoint</Application>
  <PresentationFormat>宽屏</PresentationFormat>
  <Paragraphs>137</Paragraphs>
  <Slides>17</Slides>
  <Notes>6</Notes>
  <HiddenSlides>0</HiddenSlides>
  <MMClips>1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Didot</vt:lpstr>
      <vt:lpstr>Roboto Regular</vt:lpstr>
      <vt:lpstr>等线</vt:lpstr>
      <vt:lpstr>等线 Light</vt:lpstr>
      <vt:lpstr>思源宋体 CN Heavy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yimin jiang</dc:creator>
  <cp:lastModifiedBy>羽霄 华</cp:lastModifiedBy>
  <cp:revision>61</cp:revision>
  <dcterms:created xsi:type="dcterms:W3CDTF">2024-10-09T14:40:31Z</dcterms:created>
  <dcterms:modified xsi:type="dcterms:W3CDTF">2026-10-24T09:07:19Z</dcterms:modified>
</cp:coreProperties>
</file>